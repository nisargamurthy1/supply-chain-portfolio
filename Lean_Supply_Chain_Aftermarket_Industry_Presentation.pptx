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7" r:id="rId2"/>
    <p:sldId id="257" r:id="rId3"/>
    <p:sldId id="258" r:id="rId4"/>
    <p:sldId id="259" r:id="rId5"/>
    <p:sldId id="260" r:id="rId6"/>
    <p:sldId id="261" r:id="rId7"/>
    <p:sldId id="262" r:id="rId8"/>
    <p:sldId id="264" r:id="rId9"/>
    <p:sldId id="265" r:id="rId10"/>
    <p:sldId id="266" r:id="rId11"/>
    <p:sldId id="268"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90849"/>
  </p:normalViewPr>
  <p:slideViewPr>
    <p:cSldViewPr snapToGrid="0" snapToObjects="1">
      <p:cViewPr varScale="1">
        <p:scale>
          <a:sx n="107" d="100"/>
          <a:sy n="107" d="100"/>
        </p:scale>
        <p:origin x="1864"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ata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67923067-2356-4118-B576-A6885B120EA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697E94C-FCF6-47DD-A7B6-5F03AB245AD6}">
      <dgm:prSet/>
      <dgm:spPr/>
      <dgm:t>
        <a:bodyPr/>
        <a:lstStyle/>
        <a:p>
          <a:r>
            <a:rPr lang="en-US" dirty="0"/>
            <a:t>Definition: The aftermarket industry includes all products, services, and parts used after the original sale of a vehicle.</a:t>
          </a:r>
        </a:p>
      </dgm:t>
    </dgm:pt>
    <dgm:pt modelId="{817AAC68-33A9-4A2D-A2A6-319150AC55DE}" type="parTrans" cxnId="{7996A19E-B534-4080-A0A2-229F31BF720F}">
      <dgm:prSet/>
      <dgm:spPr/>
      <dgm:t>
        <a:bodyPr/>
        <a:lstStyle/>
        <a:p>
          <a:endParaRPr lang="en-US"/>
        </a:p>
      </dgm:t>
    </dgm:pt>
    <dgm:pt modelId="{F339C281-F8A5-452A-A3D3-4D2BD3BEE876}" type="sibTrans" cxnId="{7996A19E-B534-4080-A0A2-229F31BF720F}">
      <dgm:prSet/>
      <dgm:spPr/>
      <dgm:t>
        <a:bodyPr/>
        <a:lstStyle/>
        <a:p>
          <a:endParaRPr lang="en-US"/>
        </a:p>
      </dgm:t>
    </dgm:pt>
    <dgm:pt modelId="{DDB417DD-C184-45E0-BB1E-6285D8499D45}">
      <dgm:prSet/>
      <dgm:spPr/>
      <dgm:t>
        <a:bodyPr/>
        <a:lstStyle/>
        <a:p>
          <a:r>
            <a:rPr lang="en-US"/>
            <a:t>Scope: Replacement parts, accessories, and repair services.</a:t>
          </a:r>
        </a:p>
      </dgm:t>
    </dgm:pt>
    <dgm:pt modelId="{11AA81EF-2357-4EB3-AF17-F69984C9EE3B}" type="parTrans" cxnId="{89EA0D1D-CA50-4B78-A1CC-4F171B3A488D}">
      <dgm:prSet/>
      <dgm:spPr/>
      <dgm:t>
        <a:bodyPr/>
        <a:lstStyle/>
        <a:p>
          <a:endParaRPr lang="en-US"/>
        </a:p>
      </dgm:t>
    </dgm:pt>
    <dgm:pt modelId="{B2A44B13-66F1-48DB-855F-839A526B8E23}" type="sibTrans" cxnId="{89EA0D1D-CA50-4B78-A1CC-4F171B3A488D}">
      <dgm:prSet/>
      <dgm:spPr/>
      <dgm:t>
        <a:bodyPr/>
        <a:lstStyle/>
        <a:p>
          <a:endParaRPr lang="en-US"/>
        </a:p>
      </dgm:t>
    </dgm:pt>
    <dgm:pt modelId="{4467B0C7-30FD-4076-9CB3-881DC6BF2A8A}">
      <dgm:prSet/>
      <dgm:spPr/>
      <dgm:t>
        <a:bodyPr/>
        <a:lstStyle/>
        <a:p>
          <a:r>
            <a:rPr lang="en-US" dirty="0"/>
            <a:t>Importance: Critical for customer satisfaction, vehicle longevity, and fast, reliable service.</a:t>
          </a:r>
        </a:p>
      </dgm:t>
    </dgm:pt>
    <dgm:pt modelId="{458C4448-E936-43D3-9A92-B83CD821844C}" type="parTrans" cxnId="{CE340ECD-5CAA-4AC4-A913-052B15D0EE8E}">
      <dgm:prSet/>
      <dgm:spPr/>
      <dgm:t>
        <a:bodyPr/>
        <a:lstStyle/>
        <a:p>
          <a:endParaRPr lang="en-US"/>
        </a:p>
      </dgm:t>
    </dgm:pt>
    <dgm:pt modelId="{2A0ECD15-0B7A-4EB8-820C-357097BA729B}" type="sibTrans" cxnId="{CE340ECD-5CAA-4AC4-A913-052B15D0EE8E}">
      <dgm:prSet/>
      <dgm:spPr/>
      <dgm:t>
        <a:bodyPr/>
        <a:lstStyle/>
        <a:p>
          <a:endParaRPr lang="en-US"/>
        </a:p>
      </dgm:t>
    </dgm:pt>
    <dgm:pt modelId="{3FF978B4-AEDB-6B40-BD91-1D7766DE68BF}" type="pres">
      <dgm:prSet presAssocID="{67923067-2356-4118-B576-A6885B120EA9}" presName="vert0" presStyleCnt="0">
        <dgm:presLayoutVars>
          <dgm:dir/>
          <dgm:animOne val="branch"/>
          <dgm:animLvl val="lvl"/>
        </dgm:presLayoutVars>
      </dgm:prSet>
      <dgm:spPr/>
    </dgm:pt>
    <dgm:pt modelId="{2802C7BA-F106-A645-9AF1-8D0590833E46}" type="pres">
      <dgm:prSet presAssocID="{0697E94C-FCF6-47DD-A7B6-5F03AB245AD6}" presName="thickLine" presStyleLbl="alignNode1" presStyleIdx="0" presStyleCnt="3"/>
      <dgm:spPr/>
    </dgm:pt>
    <dgm:pt modelId="{0B7CAD99-720D-7A4F-9C23-1D9A3A97F23A}" type="pres">
      <dgm:prSet presAssocID="{0697E94C-FCF6-47DD-A7B6-5F03AB245AD6}" presName="horz1" presStyleCnt="0"/>
      <dgm:spPr/>
    </dgm:pt>
    <dgm:pt modelId="{4730A50D-C5FA-784F-AC15-71B2F2D73757}" type="pres">
      <dgm:prSet presAssocID="{0697E94C-FCF6-47DD-A7B6-5F03AB245AD6}" presName="tx1" presStyleLbl="revTx" presStyleIdx="0" presStyleCnt="3"/>
      <dgm:spPr/>
    </dgm:pt>
    <dgm:pt modelId="{1FE14023-0959-C74E-BB69-D2BEDF9501FB}" type="pres">
      <dgm:prSet presAssocID="{0697E94C-FCF6-47DD-A7B6-5F03AB245AD6}" presName="vert1" presStyleCnt="0"/>
      <dgm:spPr/>
    </dgm:pt>
    <dgm:pt modelId="{5724966E-176B-954E-BADA-D7E8217AFD0B}" type="pres">
      <dgm:prSet presAssocID="{DDB417DD-C184-45E0-BB1E-6285D8499D45}" presName="thickLine" presStyleLbl="alignNode1" presStyleIdx="1" presStyleCnt="3"/>
      <dgm:spPr/>
    </dgm:pt>
    <dgm:pt modelId="{9A5731C6-6A1C-9C4E-BD6F-843529B180D3}" type="pres">
      <dgm:prSet presAssocID="{DDB417DD-C184-45E0-BB1E-6285D8499D45}" presName="horz1" presStyleCnt="0"/>
      <dgm:spPr/>
    </dgm:pt>
    <dgm:pt modelId="{86DAECAE-C09E-A54C-B357-5BA12F1E2A48}" type="pres">
      <dgm:prSet presAssocID="{DDB417DD-C184-45E0-BB1E-6285D8499D45}" presName="tx1" presStyleLbl="revTx" presStyleIdx="1" presStyleCnt="3"/>
      <dgm:spPr/>
    </dgm:pt>
    <dgm:pt modelId="{452C2424-14C0-C349-B215-E3D3BF1B4FC1}" type="pres">
      <dgm:prSet presAssocID="{DDB417DD-C184-45E0-BB1E-6285D8499D45}" presName="vert1" presStyleCnt="0"/>
      <dgm:spPr/>
    </dgm:pt>
    <dgm:pt modelId="{6D8EB3CA-A6A4-3649-9D5E-46D90A1B4529}" type="pres">
      <dgm:prSet presAssocID="{4467B0C7-30FD-4076-9CB3-881DC6BF2A8A}" presName="thickLine" presStyleLbl="alignNode1" presStyleIdx="2" presStyleCnt="3" custLinFactNeighborY="-30763"/>
      <dgm:spPr/>
    </dgm:pt>
    <dgm:pt modelId="{FE84F391-0F5A-714D-B4FC-C3A825B448E3}" type="pres">
      <dgm:prSet presAssocID="{4467B0C7-30FD-4076-9CB3-881DC6BF2A8A}" presName="horz1" presStyleCnt="0"/>
      <dgm:spPr/>
    </dgm:pt>
    <dgm:pt modelId="{588432A0-1BCE-A34E-B9F4-D6178AFC26C7}" type="pres">
      <dgm:prSet presAssocID="{4467B0C7-30FD-4076-9CB3-881DC6BF2A8A}" presName="tx1" presStyleLbl="revTx" presStyleIdx="2" presStyleCnt="3" custLinFactNeighborY="-30764"/>
      <dgm:spPr/>
    </dgm:pt>
    <dgm:pt modelId="{0A677B17-7C54-A348-8488-B261D32D17BA}" type="pres">
      <dgm:prSet presAssocID="{4467B0C7-30FD-4076-9CB3-881DC6BF2A8A}" presName="vert1" presStyleCnt="0"/>
      <dgm:spPr/>
    </dgm:pt>
  </dgm:ptLst>
  <dgm:cxnLst>
    <dgm:cxn modelId="{89EA0D1D-CA50-4B78-A1CC-4F171B3A488D}" srcId="{67923067-2356-4118-B576-A6885B120EA9}" destId="{DDB417DD-C184-45E0-BB1E-6285D8499D45}" srcOrd="1" destOrd="0" parTransId="{11AA81EF-2357-4EB3-AF17-F69984C9EE3B}" sibTransId="{B2A44B13-66F1-48DB-855F-839A526B8E23}"/>
    <dgm:cxn modelId="{4CFBF81F-2E66-5149-9F51-3B46A6DF4231}" type="presOf" srcId="{DDB417DD-C184-45E0-BB1E-6285D8499D45}" destId="{86DAECAE-C09E-A54C-B357-5BA12F1E2A48}" srcOrd="0" destOrd="0" presId="urn:microsoft.com/office/officeart/2008/layout/LinedList"/>
    <dgm:cxn modelId="{E0D33477-5DB0-3746-B32B-5D0C825AD626}" type="presOf" srcId="{0697E94C-FCF6-47DD-A7B6-5F03AB245AD6}" destId="{4730A50D-C5FA-784F-AC15-71B2F2D73757}" srcOrd="0" destOrd="0" presId="urn:microsoft.com/office/officeart/2008/layout/LinedList"/>
    <dgm:cxn modelId="{D2A37A8A-603A-0F47-A43D-20DD02EE52E5}" type="presOf" srcId="{67923067-2356-4118-B576-A6885B120EA9}" destId="{3FF978B4-AEDB-6B40-BD91-1D7766DE68BF}" srcOrd="0" destOrd="0" presId="urn:microsoft.com/office/officeart/2008/layout/LinedList"/>
    <dgm:cxn modelId="{7996A19E-B534-4080-A0A2-229F31BF720F}" srcId="{67923067-2356-4118-B576-A6885B120EA9}" destId="{0697E94C-FCF6-47DD-A7B6-5F03AB245AD6}" srcOrd="0" destOrd="0" parTransId="{817AAC68-33A9-4A2D-A2A6-319150AC55DE}" sibTransId="{F339C281-F8A5-452A-A3D3-4D2BD3BEE876}"/>
    <dgm:cxn modelId="{CE340ECD-5CAA-4AC4-A913-052B15D0EE8E}" srcId="{67923067-2356-4118-B576-A6885B120EA9}" destId="{4467B0C7-30FD-4076-9CB3-881DC6BF2A8A}" srcOrd="2" destOrd="0" parTransId="{458C4448-E936-43D3-9A92-B83CD821844C}" sibTransId="{2A0ECD15-0B7A-4EB8-820C-357097BA729B}"/>
    <dgm:cxn modelId="{FB4698E3-6694-274E-9B23-CE46A421484C}" type="presOf" srcId="{4467B0C7-30FD-4076-9CB3-881DC6BF2A8A}" destId="{588432A0-1BCE-A34E-B9F4-D6178AFC26C7}" srcOrd="0" destOrd="0" presId="urn:microsoft.com/office/officeart/2008/layout/LinedList"/>
    <dgm:cxn modelId="{A7F1C849-B0F0-C840-90DC-B3C53B5BB94A}" type="presParOf" srcId="{3FF978B4-AEDB-6B40-BD91-1D7766DE68BF}" destId="{2802C7BA-F106-A645-9AF1-8D0590833E46}" srcOrd="0" destOrd="0" presId="urn:microsoft.com/office/officeart/2008/layout/LinedList"/>
    <dgm:cxn modelId="{1A219252-8BD3-1B4F-BF0C-46BEA0C7BD99}" type="presParOf" srcId="{3FF978B4-AEDB-6B40-BD91-1D7766DE68BF}" destId="{0B7CAD99-720D-7A4F-9C23-1D9A3A97F23A}" srcOrd="1" destOrd="0" presId="urn:microsoft.com/office/officeart/2008/layout/LinedList"/>
    <dgm:cxn modelId="{159F283F-85B0-3542-8357-602F771AD224}" type="presParOf" srcId="{0B7CAD99-720D-7A4F-9C23-1D9A3A97F23A}" destId="{4730A50D-C5FA-784F-AC15-71B2F2D73757}" srcOrd="0" destOrd="0" presId="urn:microsoft.com/office/officeart/2008/layout/LinedList"/>
    <dgm:cxn modelId="{407D2D41-AF93-6141-8712-B2B1B65C5B4F}" type="presParOf" srcId="{0B7CAD99-720D-7A4F-9C23-1D9A3A97F23A}" destId="{1FE14023-0959-C74E-BB69-D2BEDF9501FB}" srcOrd="1" destOrd="0" presId="urn:microsoft.com/office/officeart/2008/layout/LinedList"/>
    <dgm:cxn modelId="{7074B617-31AC-EB46-83DB-4CBC0A1451CB}" type="presParOf" srcId="{3FF978B4-AEDB-6B40-BD91-1D7766DE68BF}" destId="{5724966E-176B-954E-BADA-D7E8217AFD0B}" srcOrd="2" destOrd="0" presId="urn:microsoft.com/office/officeart/2008/layout/LinedList"/>
    <dgm:cxn modelId="{F30036F4-7C86-7D45-8418-CF10F25D45ED}" type="presParOf" srcId="{3FF978B4-AEDB-6B40-BD91-1D7766DE68BF}" destId="{9A5731C6-6A1C-9C4E-BD6F-843529B180D3}" srcOrd="3" destOrd="0" presId="urn:microsoft.com/office/officeart/2008/layout/LinedList"/>
    <dgm:cxn modelId="{5F85F675-D422-5C46-A4D1-476E30253802}" type="presParOf" srcId="{9A5731C6-6A1C-9C4E-BD6F-843529B180D3}" destId="{86DAECAE-C09E-A54C-B357-5BA12F1E2A48}" srcOrd="0" destOrd="0" presId="urn:microsoft.com/office/officeart/2008/layout/LinedList"/>
    <dgm:cxn modelId="{60EBFC90-3932-4D4A-89CF-DC339CBF7E23}" type="presParOf" srcId="{9A5731C6-6A1C-9C4E-BD6F-843529B180D3}" destId="{452C2424-14C0-C349-B215-E3D3BF1B4FC1}" srcOrd="1" destOrd="0" presId="urn:microsoft.com/office/officeart/2008/layout/LinedList"/>
    <dgm:cxn modelId="{4B4612A6-CB71-A94C-AFBB-9E890D0DA6FE}" type="presParOf" srcId="{3FF978B4-AEDB-6B40-BD91-1D7766DE68BF}" destId="{6D8EB3CA-A6A4-3649-9D5E-46D90A1B4529}" srcOrd="4" destOrd="0" presId="urn:microsoft.com/office/officeart/2008/layout/LinedList"/>
    <dgm:cxn modelId="{6C580F98-E20D-B640-8449-33713763FF00}" type="presParOf" srcId="{3FF978B4-AEDB-6B40-BD91-1D7766DE68BF}" destId="{FE84F391-0F5A-714D-B4FC-C3A825B448E3}" srcOrd="5" destOrd="0" presId="urn:microsoft.com/office/officeart/2008/layout/LinedList"/>
    <dgm:cxn modelId="{C1017006-CC17-C443-97A5-64E48A7A16AC}" type="presParOf" srcId="{FE84F391-0F5A-714D-B4FC-C3A825B448E3}" destId="{588432A0-1BCE-A34E-B9F4-D6178AFC26C7}" srcOrd="0" destOrd="0" presId="urn:microsoft.com/office/officeart/2008/layout/LinedList"/>
    <dgm:cxn modelId="{6F315D86-C832-9943-9D7F-E4C2331C43BF}" type="presParOf" srcId="{FE84F391-0F5A-714D-B4FC-C3A825B448E3}" destId="{0A677B17-7C54-A348-8488-B261D32D17BA}"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23C6AA-25C4-4037-A2CA-35333BFEC732}"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2BBE7CFD-95B4-446D-910A-388C86BBBA40}">
      <dgm:prSet/>
      <dgm:spPr/>
      <dgm:t>
        <a:bodyPr/>
        <a:lstStyle/>
        <a:p>
          <a:pPr>
            <a:lnSpc>
              <a:spcPct val="100000"/>
            </a:lnSpc>
          </a:pPr>
          <a:r>
            <a:rPr lang="en-US"/>
            <a:t>Inventory Management: Managing a vast variety of parts with unpredictable demand.</a:t>
          </a:r>
        </a:p>
      </dgm:t>
    </dgm:pt>
    <dgm:pt modelId="{7E536D38-3F6E-4FED-8077-DF557455A5A5}" type="parTrans" cxnId="{3761AF07-B643-4F2D-B3E1-97AC7A0278F7}">
      <dgm:prSet/>
      <dgm:spPr/>
      <dgm:t>
        <a:bodyPr/>
        <a:lstStyle/>
        <a:p>
          <a:endParaRPr lang="en-US"/>
        </a:p>
      </dgm:t>
    </dgm:pt>
    <dgm:pt modelId="{B173E9E4-2018-4E71-8CF0-5556B6F26B00}" type="sibTrans" cxnId="{3761AF07-B643-4F2D-B3E1-97AC7A0278F7}">
      <dgm:prSet/>
      <dgm:spPr/>
      <dgm:t>
        <a:bodyPr/>
        <a:lstStyle/>
        <a:p>
          <a:endParaRPr lang="en-US"/>
        </a:p>
      </dgm:t>
    </dgm:pt>
    <dgm:pt modelId="{F9620124-5385-4378-95E1-3F85895310E1}">
      <dgm:prSet/>
      <dgm:spPr/>
      <dgm:t>
        <a:bodyPr/>
        <a:lstStyle/>
        <a:p>
          <a:pPr>
            <a:lnSpc>
              <a:spcPct val="100000"/>
            </a:lnSpc>
          </a:pPr>
          <a:r>
            <a:rPr lang="en-US"/>
            <a:t>High Holding Costs: The cost of storing large inventories and the risk of parts becoming obsolete.</a:t>
          </a:r>
        </a:p>
      </dgm:t>
    </dgm:pt>
    <dgm:pt modelId="{719E1D78-ECF1-4D4A-A4F3-B25F84E8BD58}" type="parTrans" cxnId="{304380C4-FD08-4A89-95B4-89BE9AC17B42}">
      <dgm:prSet/>
      <dgm:spPr/>
      <dgm:t>
        <a:bodyPr/>
        <a:lstStyle/>
        <a:p>
          <a:endParaRPr lang="en-US"/>
        </a:p>
      </dgm:t>
    </dgm:pt>
    <dgm:pt modelId="{7BB4F8EF-8216-47A2-A45A-8967890D6D57}" type="sibTrans" cxnId="{304380C4-FD08-4A89-95B4-89BE9AC17B42}">
      <dgm:prSet/>
      <dgm:spPr/>
      <dgm:t>
        <a:bodyPr/>
        <a:lstStyle/>
        <a:p>
          <a:endParaRPr lang="en-US"/>
        </a:p>
      </dgm:t>
    </dgm:pt>
    <dgm:pt modelId="{D46936B5-7469-43CB-B053-8099D237DB83}">
      <dgm:prSet/>
      <dgm:spPr/>
      <dgm:t>
        <a:bodyPr/>
        <a:lstStyle/>
        <a:p>
          <a:pPr>
            <a:lnSpc>
              <a:spcPct val="100000"/>
            </a:lnSpc>
          </a:pPr>
          <a:r>
            <a:rPr lang="en-US"/>
            <a:t>Demand Fluctuations: Demand varies based on vehicle age, usage, and seasonal needs.</a:t>
          </a:r>
        </a:p>
      </dgm:t>
    </dgm:pt>
    <dgm:pt modelId="{8AFFA656-4201-48C3-AA9C-18DE29EE690D}" type="parTrans" cxnId="{EDB471EC-4614-4F45-9259-A3CC8FEF92F1}">
      <dgm:prSet/>
      <dgm:spPr/>
      <dgm:t>
        <a:bodyPr/>
        <a:lstStyle/>
        <a:p>
          <a:endParaRPr lang="en-US"/>
        </a:p>
      </dgm:t>
    </dgm:pt>
    <dgm:pt modelId="{9483EA13-93A1-43FD-8EE1-254D052A3441}" type="sibTrans" cxnId="{EDB471EC-4614-4F45-9259-A3CC8FEF92F1}">
      <dgm:prSet/>
      <dgm:spPr/>
      <dgm:t>
        <a:bodyPr/>
        <a:lstStyle/>
        <a:p>
          <a:endParaRPr lang="en-US"/>
        </a:p>
      </dgm:t>
    </dgm:pt>
    <dgm:pt modelId="{CCCB9CA6-7D6E-40E7-AB9B-18E4E35F575D}">
      <dgm:prSet/>
      <dgm:spPr/>
      <dgm:t>
        <a:bodyPr/>
        <a:lstStyle/>
        <a:p>
          <a:pPr>
            <a:lnSpc>
              <a:spcPct val="100000"/>
            </a:lnSpc>
          </a:pPr>
          <a:r>
            <a:rPr lang="en-US"/>
            <a:t>Time Sensitivity: Customers expect fast delivery and repair services.</a:t>
          </a:r>
        </a:p>
      </dgm:t>
    </dgm:pt>
    <dgm:pt modelId="{EC2DAABA-806E-4EE3-B8FE-B154440C025C}" type="parTrans" cxnId="{0D347CF1-46E1-44BB-83DA-9604723D78DC}">
      <dgm:prSet/>
      <dgm:spPr/>
      <dgm:t>
        <a:bodyPr/>
        <a:lstStyle/>
        <a:p>
          <a:endParaRPr lang="en-US"/>
        </a:p>
      </dgm:t>
    </dgm:pt>
    <dgm:pt modelId="{F051EFE0-EB5D-41E0-8D4E-4DF6899FBE78}" type="sibTrans" cxnId="{0D347CF1-46E1-44BB-83DA-9604723D78DC}">
      <dgm:prSet/>
      <dgm:spPr/>
      <dgm:t>
        <a:bodyPr/>
        <a:lstStyle/>
        <a:p>
          <a:endParaRPr lang="en-US"/>
        </a:p>
      </dgm:t>
    </dgm:pt>
    <dgm:pt modelId="{FB941E37-F197-4E43-AE1E-874BB2528E1E}" type="pres">
      <dgm:prSet presAssocID="{B523C6AA-25C4-4037-A2CA-35333BFEC732}" presName="root" presStyleCnt="0">
        <dgm:presLayoutVars>
          <dgm:dir/>
          <dgm:resizeHandles val="exact"/>
        </dgm:presLayoutVars>
      </dgm:prSet>
      <dgm:spPr/>
    </dgm:pt>
    <dgm:pt modelId="{BE8B25FF-2154-4321-B68A-A4341179A9BC}" type="pres">
      <dgm:prSet presAssocID="{2BBE7CFD-95B4-446D-910A-388C86BBBA40}" presName="compNode" presStyleCnt="0"/>
      <dgm:spPr/>
    </dgm:pt>
    <dgm:pt modelId="{FA8383E1-37E3-461A-9A5C-198E778C26E5}" type="pres">
      <dgm:prSet presAssocID="{2BBE7CFD-95B4-446D-910A-388C86BBBA40}" presName="bgRect" presStyleLbl="bgShp" presStyleIdx="0" presStyleCnt="4"/>
      <dgm:spPr/>
    </dgm:pt>
    <dgm:pt modelId="{E9E06968-B7C3-4EB7-BF23-B043D749812E}" type="pres">
      <dgm:prSet presAssocID="{2BBE7CFD-95B4-446D-910A-388C86BBBA4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B7770643-9688-40AF-9A1C-E470786C67DD}" type="pres">
      <dgm:prSet presAssocID="{2BBE7CFD-95B4-446D-910A-388C86BBBA40}" presName="spaceRect" presStyleCnt="0"/>
      <dgm:spPr/>
    </dgm:pt>
    <dgm:pt modelId="{BD8CF657-BDA8-46D5-9E0B-83CC8D811EEC}" type="pres">
      <dgm:prSet presAssocID="{2BBE7CFD-95B4-446D-910A-388C86BBBA40}" presName="parTx" presStyleLbl="revTx" presStyleIdx="0" presStyleCnt="4">
        <dgm:presLayoutVars>
          <dgm:chMax val="0"/>
          <dgm:chPref val="0"/>
        </dgm:presLayoutVars>
      </dgm:prSet>
      <dgm:spPr/>
    </dgm:pt>
    <dgm:pt modelId="{9D307CE7-AF8E-4EAA-BE3F-EA10A4CD1829}" type="pres">
      <dgm:prSet presAssocID="{B173E9E4-2018-4E71-8CF0-5556B6F26B00}" presName="sibTrans" presStyleCnt="0"/>
      <dgm:spPr/>
    </dgm:pt>
    <dgm:pt modelId="{90C8BB71-1237-4960-93FA-44156B61FC65}" type="pres">
      <dgm:prSet presAssocID="{F9620124-5385-4378-95E1-3F85895310E1}" presName="compNode" presStyleCnt="0"/>
      <dgm:spPr/>
    </dgm:pt>
    <dgm:pt modelId="{3175025D-E973-42D8-9ECC-8828D654A346}" type="pres">
      <dgm:prSet presAssocID="{F9620124-5385-4378-95E1-3F85895310E1}" presName="bgRect" presStyleLbl="bgShp" presStyleIdx="1" presStyleCnt="4"/>
      <dgm:spPr/>
    </dgm:pt>
    <dgm:pt modelId="{98FFA5A1-0C72-49AC-B59D-3FA86FB62CC9}" type="pres">
      <dgm:prSet presAssocID="{F9620124-5385-4378-95E1-3F85895310E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x trolley"/>
        </a:ext>
      </dgm:extLst>
    </dgm:pt>
    <dgm:pt modelId="{8AF1FF23-3345-412F-AE64-B980056C2DB4}" type="pres">
      <dgm:prSet presAssocID="{F9620124-5385-4378-95E1-3F85895310E1}" presName="spaceRect" presStyleCnt="0"/>
      <dgm:spPr/>
    </dgm:pt>
    <dgm:pt modelId="{F6C97DFC-8D98-4C4B-9B53-877EB4103EB1}" type="pres">
      <dgm:prSet presAssocID="{F9620124-5385-4378-95E1-3F85895310E1}" presName="parTx" presStyleLbl="revTx" presStyleIdx="1" presStyleCnt="4">
        <dgm:presLayoutVars>
          <dgm:chMax val="0"/>
          <dgm:chPref val="0"/>
        </dgm:presLayoutVars>
      </dgm:prSet>
      <dgm:spPr/>
    </dgm:pt>
    <dgm:pt modelId="{961AA536-149D-40AB-AA90-38415006E36B}" type="pres">
      <dgm:prSet presAssocID="{7BB4F8EF-8216-47A2-A45A-8967890D6D57}" presName="sibTrans" presStyleCnt="0"/>
      <dgm:spPr/>
    </dgm:pt>
    <dgm:pt modelId="{CA063749-E34E-4749-AA09-99F137850A9C}" type="pres">
      <dgm:prSet presAssocID="{D46936B5-7469-43CB-B053-8099D237DB83}" presName="compNode" presStyleCnt="0"/>
      <dgm:spPr/>
    </dgm:pt>
    <dgm:pt modelId="{799C9FAC-3424-4B97-9EE6-032C5E240ABB}" type="pres">
      <dgm:prSet presAssocID="{D46936B5-7469-43CB-B053-8099D237DB83}" presName="bgRect" presStyleLbl="bgShp" presStyleIdx="2" presStyleCnt="4"/>
      <dgm:spPr/>
    </dgm:pt>
    <dgm:pt modelId="{044AB0FF-27B2-4E0A-AF75-11143B0C33CF}" type="pres">
      <dgm:prSet presAssocID="{D46936B5-7469-43CB-B053-8099D237DB8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iny scene"/>
        </a:ext>
      </dgm:extLst>
    </dgm:pt>
    <dgm:pt modelId="{D95CAADA-8508-4D3E-A68D-2F6047F1ACBD}" type="pres">
      <dgm:prSet presAssocID="{D46936B5-7469-43CB-B053-8099D237DB83}" presName="spaceRect" presStyleCnt="0"/>
      <dgm:spPr/>
    </dgm:pt>
    <dgm:pt modelId="{67CA556A-6BE8-45F9-8B55-49E494482C98}" type="pres">
      <dgm:prSet presAssocID="{D46936B5-7469-43CB-B053-8099D237DB83}" presName="parTx" presStyleLbl="revTx" presStyleIdx="2" presStyleCnt="4">
        <dgm:presLayoutVars>
          <dgm:chMax val="0"/>
          <dgm:chPref val="0"/>
        </dgm:presLayoutVars>
      </dgm:prSet>
      <dgm:spPr/>
    </dgm:pt>
    <dgm:pt modelId="{B4564DC3-CBE1-4AF8-A873-D342310320DC}" type="pres">
      <dgm:prSet presAssocID="{9483EA13-93A1-43FD-8EE1-254D052A3441}" presName="sibTrans" presStyleCnt="0"/>
      <dgm:spPr/>
    </dgm:pt>
    <dgm:pt modelId="{AFDDD240-7EF9-4007-8D50-941ACBAA4095}" type="pres">
      <dgm:prSet presAssocID="{CCCB9CA6-7D6E-40E7-AB9B-18E4E35F575D}" presName="compNode" presStyleCnt="0"/>
      <dgm:spPr/>
    </dgm:pt>
    <dgm:pt modelId="{91F3BE75-57A9-498A-87DB-318D7EE8E302}" type="pres">
      <dgm:prSet presAssocID="{CCCB9CA6-7D6E-40E7-AB9B-18E4E35F575D}" presName="bgRect" presStyleLbl="bgShp" presStyleIdx="3" presStyleCnt="4"/>
      <dgm:spPr/>
    </dgm:pt>
    <dgm:pt modelId="{A91AEF10-E8FF-479D-9BAD-DDEFC16F1597}" type="pres">
      <dgm:prSet presAssocID="{CCCB9CA6-7D6E-40E7-AB9B-18E4E35F575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lder"/>
        </a:ext>
      </dgm:extLst>
    </dgm:pt>
    <dgm:pt modelId="{B378812C-94AD-4C52-B651-98F89F1044E5}" type="pres">
      <dgm:prSet presAssocID="{CCCB9CA6-7D6E-40E7-AB9B-18E4E35F575D}" presName="spaceRect" presStyleCnt="0"/>
      <dgm:spPr/>
    </dgm:pt>
    <dgm:pt modelId="{3D6265AB-D405-4F22-A373-D1601833DB71}" type="pres">
      <dgm:prSet presAssocID="{CCCB9CA6-7D6E-40E7-AB9B-18E4E35F575D}" presName="parTx" presStyleLbl="revTx" presStyleIdx="3" presStyleCnt="4">
        <dgm:presLayoutVars>
          <dgm:chMax val="0"/>
          <dgm:chPref val="0"/>
        </dgm:presLayoutVars>
      </dgm:prSet>
      <dgm:spPr/>
    </dgm:pt>
  </dgm:ptLst>
  <dgm:cxnLst>
    <dgm:cxn modelId="{3761AF07-B643-4F2D-B3E1-97AC7A0278F7}" srcId="{B523C6AA-25C4-4037-A2CA-35333BFEC732}" destId="{2BBE7CFD-95B4-446D-910A-388C86BBBA40}" srcOrd="0" destOrd="0" parTransId="{7E536D38-3F6E-4FED-8077-DF557455A5A5}" sibTransId="{B173E9E4-2018-4E71-8CF0-5556B6F26B00}"/>
    <dgm:cxn modelId="{8CB50F13-DE63-3443-B6EA-A39152342C0A}" type="presOf" srcId="{CCCB9CA6-7D6E-40E7-AB9B-18E4E35F575D}" destId="{3D6265AB-D405-4F22-A373-D1601833DB71}" srcOrd="0" destOrd="0" presId="urn:microsoft.com/office/officeart/2018/2/layout/IconVerticalSolidList"/>
    <dgm:cxn modelId="{20FDCA24-4422-8945-BD73-663E2819BC77}" type="presOf" srcId="{2BBE7CFD-95B4-446D-910A-388C86BBBA40}" destId="{BD8CF657-BDA8-46D5-9E0B-83CC8D811EEC}" srcOrd="0" destOrd="0" presId="urn:microsoft.com/office/officeart/2018/2/layout/IconVerticalSolidList"/>
    <dgm:cxn modelId="{0E3E2B68-3873-9A4A-9DEB-C756BA526EE2}" type="presOf" srcId="{D46936B5-7469-43CB-B053-8099D237DB83}" destId="{67CA556A-6BE8-45F9-8B55-49E494482C98}" srcOrd="0" destOrd="0" presId="urn:microsoft.com/office/officeart/2018/2/layout/IconVerticalSolidList"/>
    <dgm:cxn modelId="{00388184-619C-F941-8B31-AC7789A4BB54}" type="presOf" srcId="{B523C6AA-25C4-4037-A2CA-35333BFEC732}" destId="{FB941E37-F197-4E43-AE1E-874BB2528E1E}" srcOrd="0" destOrd="0" presId="urn:microsoft.com/office/officeart/2018/2/layout/IconVerticalSolidList"/>
    <dgm:cxn modelId="{304380C4-FD08-4A89-95B4-89BE9AC17B42}" srcId="{B523C6AA-25C4-4037-A2CA-35333BFEC732}" destId="{F9620124-5385-4378-95E1-3F85895310E1}" srcOrd="1" destOrd="0" parTransId="{719E1D78-ECF1-4D4A-A4F3-B25F84E8BD58}" sibTransId="{7BB4F8EF-8216-47A2-A45A-8967890D6D57}"/>
    <dgm:cxn modelId="{8C4499DB-5321-BA40-8AA0-F825A1767E64}" type="presOf" srcId="{F9620124-5385-4378-95E1-3F85895310E1}" destId="{F6C97DFC-8D98-4C4B-9B53-877EB4103EB1}" srcOrd="0" destOrd="0" presId="urn:microsoft.com/office/officeart/2018/2/layout/IconVerticalSolidList"/>
    <dgm:cxn modelId="{EDB471EC-4614-4F45-9259-A3CC8FEF92F1}" srcId="{B523C6AA-25C4-4037-A2CA-35333BFEC732}" destId="{D46936B5-7469-43CB-B053-8099D237DB83}" srcOrd="2" destOrd="0" parTransId="{8AFFA656-4201-48C3-AA9C-18DE29EE690D}" sibTransId="{9483EA13-93A1-43FD-8EE1-254D052A3441}"/>
    <dgm:cxn modelId="{0D347CF1-46E1-44BB-83DA-9604723D78DC}" srcId="{B523C6AA-25C4-4037-A2CA-35333BFEC732}" destId="{CCCB9CA6-7D6E-40E7-AB9B-18E4E35F575D}" srcOrd="3" destOrd="0" parTransId="{EC2DAABA-806E-4EE3-B8FE-B154440C025C}" sibTransId="{F051EFE0-EB5D-41E0-8D4E-4DF6899FBE78}"/>
    <dgm:cxn modelId="{9547C510-5555-3844-8581-D26FD906B559}" type="presParOf" srcId="{FB941E37-F197-4E43-AE1E-874BB2528E1E}" destId="{BE8B25FF-2154-4321-B68A-A4341179A9BC}" srcOrd="0" destOrd="0" presId="urn:microsoft.com/office/officeart/2018/2/layout/IconVerticalSolidList"/>
    <dgm:cxn modelId="{E52D2A91-9A57-FF49-B695-BF608251FC03}" type="presParOf" srcId="{BE8B25FF-2154-4321-B68A-A4341179A9BC}" destId="{FA8383E1-37E3-461A-9A5C-198E778C26E5}" srcOrd="0" destOrd="0" presId="urn:microsoft.com/office/officeart/2018/2/layout/IconVerticalSolidList"/>
    <dgm:cxn modelId="{D3ED5F74-F4AE-8B41-A6F4-CA426EF4CD2C}" type="presParOf" srcId="{BE8B25FF-2154-4321-B68A-A4341179A9BC}" destId="{E9E06968-B7C3-4EB7-BF23-B043D749812E}" srcOrd="1" destOrd="0" presId="urn:microsoft.com/office/officeart/2018/2/layout/IconVerticalSolidList"/>
    <dgm:cxn modelId="{EA5CE552-750D-DA41-ABED-2DFA61685052}" type="presParOf" srcId="{BE8B25FF-2154-4321-B68A-A4341179A9BC}" destId="{B7770643-9688-40AF-9A1C-E470786C67DD}" srcOrd="2" destOrd="0" presId="urn:microsoft.com/office/officeart/2018/2/layout/IconVerticalSolidList"/>
    <dgm:cxn modelId="{32460257-53D9-5947-B193-E29781D2558D}" type="presParOf" srcId="{BE8B25FF-2154-4321-B68A-A4341179A9BC}" destId="{BD8CF657-BDA8-46D5-9E0B-83CC8D811EEC}" srcOrd="3" destOrd="0" presId="urn:microsoft.com/office/officeart/2018/2/layout/IconVerticalSolidList"/>
    <dgm:cxn modelId="{50386890-C222-FF41-8F6C-371F52FABE75}" type="presParOf" srcId="{FB941E37-F197-4E43-AE1E-874BB2528E1E}" destId="{9D307CE7-AF8E-4EAA-BE3F-EA10A4CD1829}" srcOrd="1" destOrd="0" presId="urn:microsoft.com/office/officeart/2018/2/layout/IconVerticalSolidList"/>
    <dgm:cxn modelId="{6EF4254F-1C65-DD42-B82B-0686B1E40C74}" type="presParOf" srcId="{FB941E37-F197-4E43-AE1E-874BB2528E1E}" destId="{90C8BB71-1237-4960-93FA-44156B61FC65}" srcOrd="2" destOrd="0" presId="urn:microsoft.com/office/officeart/2018/2/layout/IconVerticalSolidList"/>
    <dgm:cxn modelId="{9E5B9D6D-6380-124A-9EE2-2A2954D5F7C6}" type="presParOf" srcId="{90C8BB71-1237-4960-93FA-44156B61FC65}" destId="{3175025D-E973-42D8-9ECC-8828D654A346}" srcOrd="0" destOrd="0" presId="urn:microsoft.com/office/officeart/2018/2/layout/IconVerticalSolidList"/>
    <dgm:cxn modelId="{9FD18D1E-6AA9-BB49-AF0A-94B7DAB3CAAE}" type="presParOf" srcId="{90C8BB71-1237-4960-93FA-44156B61FC65}" destId="{98FFA5A1-0C72-49AC-B59D-3FA86FB62CC9}" srcOrd="1" destOrd="0" presId="urn:microsoft.com/office/officeart/2018/2/layout/IconVerticalSolidList"/>
    <dgm:cxn modelId="{1B51BC5C-0E27-D147-966E-21CDAC06C329}" type="presParOf" srcId="{90C8BB71-1237-4960-93FA-44156B61FC65}" destId="{8AF1FF23-3345-412F-AE64-B980056C2DB4}" srcOrd="2" destOrd="0" presId="urn:microsoft.com/office/officeart/2018/2/layout/IconVerticalSolidList"/>
    <dgm:cxn modelId="{6B7CB199-35CE-9A4F-996E-78DC7FDA43AE}" type="presParOf" srcId="{90C8BB71-1237-4960-93FA-44156B61FC65}" destId="{F6C97DFC-8D98-4C4B-9B53-877EB4103EB1}" srcOrd="3" destOrd="0" presId="urn:microsoft.com/office/officeart/2018/2/layout/IconVerticalSolidList"/>
    <dgm:cxn modelId="{1B4A6179-0B91-AD45-9745-0B8A9E1753BE}" type="presParOf" srcId="{FB941E37-F197-4E43-AE1E-874BB2528E1E}" destId="{961AA536-149D-40AB-AA90-38415006E36B}" srcOrd="3" destOrd="0" presId="urn:microsoft.com/office/officeart/2018/2/layout/IconVerticalSolidList"/>
    <dgm:cxn modelId="{B7A0CABA-69FF-4F44-B3BA-DEDD1409C541}" type="presParOf" srcId="{FB941E37-F197-4E43-AE1E-874BB2528E1E}" destId="{CA063749-E34E-4749-AA09-99F137850A9C}" srcOrd="4" destOrd="0" presId="urn:microsoft.com/office/officeart/2018/2/layout/IconVerticalSolidList"/>
    <dgm:cxn modelId="{3CC88F21-FD9B-FD44-84AD-8E35893BA802}" type="presParOf" srcId="{CA063749-E34E-4749-AA09-99F137850A9C}" destId="{799C9FAC-3424-4B97-9EE6-032C5E240ABB}" srcOrd="0" destOrd="0" presId="urn:microsoft.com/office/officeart/2018/2/layout/IconVerticalSolidList"/>
    <dgm:cxn modelId="{513CE148-AFA4-3E4A-8B00-C4E79365919E}" type="presParOf" srcId="{CA063749-E34E-4749-AA09-99F137850A9C}" destId="{044AB0FF-27B2-4E0A-AF75-11143B0C33CF}" srcOrd="1" destOrd="0" presId="urn:microsoft.com/office/officeart/2018/2/layout/IconVerticalSolidList"/>
    <dgm:cxn modelId="{442A60C2-6871-FB47-9020-1A3AF2F1D625}" type="presParOf" srcId="{CA063749-E34E-4749-AA09-99F137850A9C}" destId="{D95CAADA-8508-4D3E-A68D-2F6047F1ACBD}" srcOrd="2" destOrd="0" presId="urn:microsoft.com/office/officeart/2018/2/layout/IconVerticalSolidList"/>
    <dgm:cxn modelId="{FA79D485-B20C-6B41-9093-B5A6CC595469}" type="presParOf" srcId="{CA063749-E34E-4749-AA09-99F137850A9C}" destId="{67CA556A-6BE8-45F9-8B55-49E494482C98}" srcOrd="3" destOrd="0" presId="urn:microsoft.com/office/officeart/2018/2/layout/IconVerticalSolidList"/>
    <dgm:cxn modelId="{3D65F982-DF13-9E42-B49F-6C11E6B3939B}" type="presParOf" srcId="{FB941E37-F197-4E43-AE1E-874BB2528E1E}" destId="{B4564DC3-CBE1-4AF8-A873-D342310320DC}" srcOrd="5" destOrd="0" presId="urn:microsoft.com/office/officeart/2018/2/layout/IconVerticalSolidList"/>
    <dgm:cxn modelId="{FE6DC7DC-3746-134D-B709-652360C16590}" type="presParOf" srcId="{FB941E37-F197-4E43-AE1E-874BB2528E1E}" destId="{AFDDD240-7EF9-4007-8D50-941ACBAA4095}" srcOrd="6" destOrd="0" presId="urn:microsoft.com/office/officeart/2018/2/layout/IconVerticalSolidList"/>
    <dgm:cxn modelId="{FEBF6512-9A5A-614F-A099-226DC7D43C03}" type="presParOf" srcId="{AFDDD240-7EF9-4007-8D50-941ACBAA4095}" destId="{91F3BE75-57A9-498A-87DB-318D7EE8E302}" srcOrd="0" destOrd="0" presId="urn:microsoft.com/office/officeart/2018/2/layout/IconVerticalSolidList"/>
    <dgm:cxn modelId="{AC9F0583-1F7A-A647-B07D-B01B593B93D2}" type="presParOf" srcId="{AFDDD240-7EF9-4007-8D50-941ACBAA4095}" destId="{A91AEF10-E8FF-479D-9BAD-DDEFC16F1597}" srcOrd="1" destOrd="0" presId="urn:microsoft.com/office/officeart/2018/2/layout/IconVerticalSolidList"/>
    <dgm:cxn modelId="{E3DC9179-5B08-8646-BADD-F18010771C34}" type="presParOf" srcId="{AFDDD240-7EF9-4007-8D50-941ACBAA4095}" destId="{B378812C-94AD-4C52-B651-98F89F1044E5}" srcOrd="2" destOrd="0" presId="urn:microsoft.com/office/officeart/2018/2/layout/IconVerticalSolidList"/>
    <dgm:cxn modelId="{D8B78017-ACB2-3B43-B0CC-174AC4689D61}" type="presParOf" srcId="{AFDDD240-7EF9-4007-8D50-941ACBAA4095}" destId="{3D6265AB-D405-4F22-A373-D1601833DB7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289F45-F8CF-435B-B2A2-C13159914264}" type="doc">
      <dgm:prSet loTypeId="urn:microsoft.com/office/officeart/2018/2/layout/IconLabelList" loCatId="icon" qsTypeId="urn:microsoft.com/office/officeart/2005/8/quickstyle/simple1" qsCatId="simple" csTypeId="urn:microsoft.com/office/officeart/2018/5/colors/Iconchunking_neutralbg_accent3_2" csCatId="accent3" phldr="1"/>
      <dgm:spPr/>
      <dgm:t>
        <a:bodyPr/>
        <a:lstStyle/>
        <a:p>
          <a:endParaRPr lang="en-US"/>
        </a:p>
      </dgm:t>
    </dgm:pt>
    <dgm:pt modelId="{C65C0408-16B3-453C-A921-78888FC5EFA6}">
      <dgm:prSet custT="1"/>
      <dgm:spPr/>
      <dgm:t>
        <a:bodyPr/>
        <a:lstStyle/>
        <a:p>
          <a:pPr>
            <a:lnSpc>
              <a:spcPct val="100000"/>
            </a:lnSpc>
          </a:pPr>
          <a:r>
            <a:rPr lang="en-US" sz="1800" dirty="0"/>
            <a:t>Core Principles of Lean: Waste reduction, continuous improvement, and maximizing customer value.</a:t>
          </a:r>
        </a:p>
      </dgm:t>
    </dgm:pt>
    <dgm:pt modelId="{7D844CB6-F914-4901-B158-7905682FCC57}" type="parTrans" cxnId="{394F78CF-BADD-46EF-AA67-62A8690D8087}">
      <dgm:prSet/>
      <dgm:spPr/>
      <dgm:t>
        <a:bodyPr/>
        <a:lstStyle/>
        <a:p>
          <a:endParaRPr lang="en-US"/>
        </a:p>
      </dgm:t>
    </dgm:pt>
    <dgm:pt modelId="{D287728B-1D85-4B96-8379-A3865C899BBA}" type="sibTrans" cxnId="{394F78CF-BADD-46EF-AA67-62A8690D8087}">
      <dgm:prSet/>
      <dgm:spPr/>
      <dgm:t>
        <a:bodyPr/>
        <a:lstStyle/>
        <a:p>
          <a:endParaRPr lang="en-US"/>
        </a:p>
      </dgm:t>
    </dgm:pt>
    <dgm:pt modelId="{D88C75C6-8E2B-4F02-99C3-E7E5399EC609}">
      <dgm:prSet/>
      <dgm:spPr/>
      <dgm:t>
        <a:bodyPr/>
        <a:lstStyle/>
        <a:p>
          <a:pPr>
            <a:lnSpc>
              <a:spcPct val="100000"/>
            </a:lnSpc>
          </a:pPr>
          <a:r>
            <a:rPr lang="en-US" dirty="0"/>
            <a:t>Goal in Supply Chains: Streamline processes, reduce costs, and improve responsiveness to demand.</a:t>
          </a:r>
        </a:p>
      </dgm:t>
    </dgm:pt>
    <dgm:pt modelId="{2BB31D97-E4C1-41B6-9011-E4B8404A1F2B}" type="parTrans" cxnId="{483ED659-C1D7-47E5-A8F6-B8DBF0A380E0}">
      <dgm:prSet/>
      <dgm:spPr/>
      <dgm:t>
        <a:bodyPr/>
        <a:lstStyle/>
        <a:p>
          <a:endParaRPr lang="en-US"/>
        </a:p>
      </dgm:t>
    </dgm:pt>
    <dgm:pt modelId="{97F60A26-A783-4341-BED1-08FE58C26904}" type="sibTrans" cxnId="{483ED659-C1D7-47E5-A8F6-B8DBF0A380E0}">
      <dgm:prSet/>
      <dgm:spPr/>
      <dgm:t>
        <a:bodyPr/>
        <a:lstStyle/>
        <a:p>
          <a:endParaRPr lang="en-US"/>
        </a:p>
      </dgm:t>
    </dgm:pt>
    <dgm:pt modelId="{ACD8B5F5-7255-494E-862A-A54A5877E932}" type="pres">
      <dgm:prSet presAssocID="{1B289F45-F8CF-435B-B2A2-C13159914264}" presName="root" presStyleCnt="0">
        <dgm:presLayoutVars>
          <dgm:dir/>
          <dgm:resizeHandles val="exact"/>
        </dgm:presLayoutVars>
      </dgm:prSet>
      <dgm:spPr/>
    </dgm:pt>
    <dgm:pt modelId="{9626979B-2C3B-4DAC-892D-D8573E8CF109}" type="pres">
      <dgm:prSet presAssocID="{C65C0408-16B3-453C-A921-78888FC5EFA6}" presName="compNode" presStyleCnt="0"/>
      <dgm:spPr/>
    </dgm:pt>
    <dgm:pt modelId="{CFE7D96F-6988-47E3-82A6-723B5D8741DA}" type="pres">
      <dgm:prSet presAssocID="{C65C0408-16B3-453C-A921-78888FC5EFA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peat"/>
        </a:ext>
      </dgm:extLst>
    </dgm:pt>
    <dgm:pt modelId="{EBA21E86-55C7-4544-8226-D5611481C4A5}" type="pres">
      <dgm:prSet presAssocID="{C65C0408-16B3-453C-A921-78888FC5EFA6}" presName="spaceRect" presStyleCnt="0"/>
      <dgm:spPr/>
    </dgm:pt>
    <dgm:pt modelId="{5FC582C9-FACE-4AE5-9BFB-68F324DD438C}" type="pres">
      <dgm:prSet presAssocID="{C65C0408-16B3-453C-A921-78888FC5EFA6}" presName="textRect" presStyleLbl="revTx" presStyleIdx="0" presStyleCnt="2">
        <dgm:presLayoutVars>
          <dgm:chMax val="1"/>
          <dgm:chPref val="1"/>
        </dgm:presLayoutVars>
      </dgm:prSet>
      <dgm:spPr/>
    </dgm:pt>
    <dgm:pt modelId="{B0B94830-7236-4A6A-BA2C-F31DBF08528E}" type="pres">
      <dgm:prSet presAssocID="{D287728B-1D85-4B96-8379-A3865C899BBA}" presName="sibTrans" presStyleCnt="0"/>
      <dgm:spPr/>
    </dgm:pt>
    <dgm:pt modelId="{D9FE7EC7-A69E-4B8A-A747-1E3725C0A2E6}" type="pres">
      <dgm:prSet presAssocID="{D88C75C6-8E2B-4F02-99C3-E7E5399EC609}" presName="compNode" presStyleCnt="0"/>
      <dgm:spPr/>
    </dgm:pt>
    <dgm:pt modelId="{04353465-4C07-4D44-981D-5755655E3D48}" type="pres">
      <dgm:prSet presAssocID="{D88C75C6-8E2B-4F02-99C3-E7E5399EC60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uck"/>
        </a:ext>
      </dgm:extLst>
    </dgm:pt>
    <dgm:pt modelId="{EC4FD0A6-31E0-4B58-AF92-36145F0EA974}" type="pres">
      <dgm:prSet presAssocID="{D88C75C6-8E2B-4F02-99C3-E7E5399EC609}" presName="spaceRect" presStyleCnt="0"/>
      <dgm:spPr/>
    </dgm:pt>
    <dgm:pt modelId="{9B9D9F27-8BEE-4957-906B-59EE3985E28E}" type="pres">
      <dgm:prSet presAssocID="{D88C75C6-8E2B-4F02-99C3-E7E5399EC609}" presName="textRect" presStyleLbl="revTx" presStyleIdx="1" presStyleCnt="2">
        <dgm:presLayoutVars>
          <dgm:chMax val="1"/>
          <dgm:chPref val="1"/>
        </dgm:presLayoutVars>
      </dgm:prSet>
      <dgm:spPr/>
    </dgm:pt>
  </dgm:ptLst>
  <dgm:cxnLst>
    <dgm:cxn modelId="{483ED659-C1D7-47E5-A8F6-B8DBF0A380E0}" srcId="{1B289F45-F8CF-435B-B2A2-C13159914264}" destId="{D88C75C6-8E2B-4F02-99C3-E7E5399EC609}" srcOrd="1" destOrd="0" parTransId="{2BB31D97-E4C1-41B6-9011-E4B8404A1F2B}" sibTransId="{97F60A26-A783-4341-BED1-08FE58C26904}"/>
    <dgm:cxn modelId="{98A4CC86-79F8-BB4A-90A3-0FF30DFA80B1}" type="presOf" srcId="{D88C75C6-8E2B-4F02-99C3-E7E5399EC609}" destId="{9B9D9F27-8BEE-4957-906B-59EE3985E28E}" srcOrd="0" destOrd="0" presId="urn:microsoft.com/office/officeart/2018/2/layout/IconLabelList"/>
    <dgm:cxn modelId="{8D8225C6-54C2-2746-B04C-6B039532BBA4}" type="presOf" srcId="{1B289F45-F8CF-435B-B2A2-C13159914264}" destId="{ACD8B5F5-7255-494E-862A-A54A5877E932}" srcOrd="0" destOrd="0" presId="urn:microsoft.com/office/officeart/2018/2/layout/IconLabelList"/>
    <dgm:cxn modelId="{394F78CF-BADD-46EF-AA67-62A8690D8087}" srcId="{1B289F45-F8CF-435B-B2A2-C13159914264}" destId="{C65C0408-16B3-453C-A921-78888FC5EFA6}" srcOrd="0" destOrd="0" parTransId="{7D844CB6-F914-4901-B158-7905682FCC57}" sibTransId="{D287728B-1D85-4B96-8379-A3865C899BBA}"/>
    <dgm:cxn modelId="{61E040F6-DE12-0249-8883-CE82FF2481D4}" type="presOf" srcId="{C65C0408-16B3-453C-A921-78888FC5EFA6}" destId="{5FC582C9-FACE-4AE5-9BFB-68F324DD438C}" srcOrd="0" destOrd="0" presId="urn:microsoft.com/office/officeart/2018/2/layout/IconLabelList"/>
    <dgm:cxn modelId="{C17876E0-E26A-2B43-8B77-8C8858A0BFE4}" type="presParOf" srcId="{ACD8B5F5-7255-494E-862A-A54A5877E932}" destId="{9626979B-2C3B-4DAC-892D-D8573E8CF109}" srcOrd="0" destOrd="0" presId="urn:microsoft.com/office/officeart/2018/2/layout/IconLabelList"/>
    <dgm:cxn modelId="{E9161AAB-4B9D-974E-843E-5DF59D4E9E09}" type="presParOf" srcId="{9626979B-2C3B-4DAC-892D-D8573E8CF109}" destId="{CFE7D96F-6988-47E3-82A6-723B5D8741DA}" srcOrd="0" destOrd="0" presId="urn:microsoft.com/office/officeart/2018/2/layout/IconLabelList"/>
    <dgm:cxn modelId="{8FB2085A-AC36-4241-A92D-BF7FADECB4FE}" type="presParOf" srcId="{9626979B-2C3B-4DAC-892D-D8573E8CF109}" destId="{EBA21E86-55C7-4544-8226-D5611481C4A5}" srcOrd="1" destOrd="0" presId="urn:microsoft.com/office/officeart/2018/2/layout/IconLabelList"/>
    <dgm:cxn modelId="{949E91CB-9F2A-8A47-A3FB-18AC29780E32}" type="presParOf" srcId="{9626979B-2C3B-4DAC-892D-D8573E8CF109}" destId="{5FC582C9-FACE-4AE5-9BFB-68F324DD438C}" srcOrd="2" destOrd="0" presId="urn:microsoft.com/office/officeart/2018/2/layout/IconLabelList"/>
    <dgm:cxn modelId="{2B55580B-5E14-994E-8F99-4FBF1EB006D7}" type="presParOf" srcId="{ACD8B5F5-7255-494E-862A-A54A5877E932}" destId="{B0B94830-7236-4A6A-BA2C-F31DBF08528E}" srcOrd="1" destOrd="0" presId="urn:microsoft.com/office/officeart/2018/2/layout/IconLabelList"/>
    <dgm:cxn modelId="{6191ED20-6160-8C4B-AD73-E6844934C71A}" type="presParOf" srcId="{ACD8B5F5-7255-494E-862A-A54A5877E932}" destId="{D9FE7EC7-A69E-4B8A-A747-1E3725C0A2E6}" srcOrd="2" destOrd="0" presId="urn:microsoft.com/office/officeart/2018/2/layout/IconLabelList"/>
    <dgm:cxn modelId="{D245CACA-8B7C-C54E-AB61-E8AC55250B3A}" type="presParOf" srcId="{D9FE7EC7-A69E-4B8A-A747-1E3725C0A2E6}" destId="{04353465-4C07-4D44-981D-5755655E3D48}" srcOrd="0" destOrd="0" presId="urn:microsoft.com/office/officeart/2018/2/layout/IconLabelList"/>
    <dgm:cxn modelId="{982CF9E2-4BDA-9944-9F4E-F099D65F52E2}" type="presParOf" srcId="{D9FE7EC7-A69E-4B8A-A747-1E3725C0A2E6}" destId="{EC4FD0A6-31E0-4B58-AF92-36145F0EA974}" srcOrd="1" destOrd="0" presId="urn:microsoft.com/office/officeart/2018/2/layout/IconLabelList"/>
    <dgm:cxn modelId="{1715AF57-0786-0947-843C-7BFA04EDA7E5}" type="presParOf" srcId="{D9FE7EC7-A69E-4B8A-A747-1E3725C0A2E6}" destId="{9B9D9F27-8BEE-4957-906B-59EE3985E28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39B3DC-D785-4DC8-A029-E1D0848D4A66}"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3787AC77-21ED-4EF5-A576-6E6EF4172134}">
      <dgm:prSet/>
      <dgm:spPr/>
      <dgm:t>
        <a:bodyPr/>
        <a:lstStyle/>
        <a:p>
          <a:pPr>
            <a:lnSpc>
              <a:spcPct val="100000"/>
            </a:lnSpc>
          </a:pPr>
          <a:r>
            <a:rPr lang="en-US" dirty="0"/>
            <a:t>Just-in-Time (JIT): Ensures that inventory levels are aligned closely with demand.</a:t>
          </a:r>
        </a:p>
      </dgm:t>
    </dgm:pt>
    <dgm:pt modelId="{3ABA9590-2147-4586-A09D-65BF7F26E23F}" type="parTrans" cxnId="{C1D5BC97-F327-45A4-8A5E-DDDDF2265879}">
      <dgm:prSet/>
      <dgm:spPr/>
      <dgm:t>
        <a:bodyPr/>
        <a:lstStyle/>
        <a:p>
          <a:endParaRPr lang="en-US"/>
        </a:p>
      </dgm:t>
    </dgm:pt>
    <dgm:pt modelId="{E5C12023-F95E-4711-B198-4248D01181D7}" type="sibTrans" cxnId="{C1D5BC97-F327-45A4-8A5E-DDDDF2265879}">
      <dgm:prSet/>
      <dgm:spPr/>
      <dgm:t>
        <a:bodyPr/>
        <a:lstStyle/>
        <a:p>
          <a:pPr>
            <a:lnSpc>
              <a:spcPct val="100000"/>
            </a:lnSpc>
          </a:pPr>
          <a:endParaRPr lang="en-US"/>
        </a:p>
      </dgm:t>
    </dgm:pt>
    <dgm:pt modelId="{EC856EBD-10B5-48FF-8606-732E3E3A0051}">
      <dgm:prSet/>
      <dgm:spPr/>
      <dgm:t>
        <a:bodyPr/>
        <a:lstStyle/>
        <a:p>
          <a:pPr>
            <a:lnSpc>
              <a:spcPct val="100000"/>
            </a:lnSpc>
          </a:pPr>
          <a:r>
            <a:rPr lang="en-US"/>
            <a:t>Value Stream Mapping (VSM): Helps visualize processes to identify inefficiencies and waste.</a:t>
          </a:r>
        </a:p>
      </dgm:t>
    </dgm:pt>
    <dgm:pt modelId="{860C6B8A-EC94-4088-B1F2-BC8C370A0B23}" type="parTrans" cxnId="{F81F6553-FADD-481C-9795-9C9075A705D3}">
      <dgm:prSet/>
      <dgm:spPr/>
      <dgm:t>
        <a:bodyPr/>
        <a:lstStyle/>
        <a:p>
          <a:endParaRPr lang="en-US"/>
        </a:p>
      </dgm:t>
    </dgm:pt>
    <dgm:pt modelId="{CA57B743-3681-4D16-BECE-A9C0D3A70038}" type="sibTrans" cxnId="{F81F6553-FADD-481C-9795-9C9075A705D3}">
      <dgm:prSet/>
      <dgm:spPr/>
      <dgm:t>
        <a:bodyPr/>
        <a:lstStyle/>
        <a:p>
          <a:pPr>
            <a:lnSpc>
              <a:spcPct val="100000"/>
            </a:lnSpc>
          </a:pPr>
          <a:endParaRPr lang="en-US"/>
        </a:p>
      </dgm:t>
    </dgm:pt>
    <dgm:pt modelId="{9F4B87C5-7DF7-419A-9160-9337D888EBE5}">
      <dgm:prSet/>
      <dgm:spPr/>
      <dgm:t>
        <a:bodyPr/>
        <a:lstStyle/>
        <a:p>
          <a:pPr>
            <a:lnSpc>
              <a:spcPct val="100000"/>
            </a:lnSpc>
          </a:pPr>
          <a:r>
            <a:rPr lang="en-US"/>
            <a:t>Kanban: Uses visual cues to regulate inventory flow, preventing overproduction.</a:t>
          </a:r>
        </a:p>
      </dgm:t>
    </dgm:pt>
    <dgm:pt modelId="{55C787E3-95BB-4AD5-B37E-55FE419DD5CB}" type="parTrans" cxnId="{58215BC5-7023-4DA4-A9C0-95A33A995DEA}">
      <dgm:prSet/>
      <dgm:spPr/>
      <dgm:t>
        <a:bodyPr/>
        <a:lstStyle/>
        <a:p>
          <a:endParaRPr lang="en-US"/>
        </a:p>
      </dgm:t>
    </dgm:pt>
    <dgm:pt modelId="{D261C861-0207-427C-B7D5-C59476CF9A77}" type="sibTrans" cxnId="{58215BC5-7023-4DA4-A9C0-95A33A995DEA}">
      <dgm:prSet/>
      <dgm:spPr/>
      <dgm:t>
        <a:bodyPr/>
        <a:lstStyle/>
        <a:p>
          <a:pPr>
            <a:lnSpc>
              <a:spcPct val="100000"/>
            </a:lnSpc>
          </a:pPr>
          <a:endParaRPr lang="en-US"/>
        </a:p>
      </dgm:t>
    </dgm:pt>
    <dgm:pt modelId="{7AE14D30-6E78-4A82-AA71-E2E1C4720CD8}">
      <dgm:prSet/>
      <dgm:spPr/>
      <dgm:t>
        <a:bodyPr/>
        <a:lstStyle/>
        <a:p>
          <a:pPr>
            <a:lnSpc>
              <a:spcPct val="100000"/>
            </a:lnSpc>
          </a:pPr>
          <a:r>
            <a:rPr lang="en-US"/>
            <a:t>Kaizen (Continuous Improvement): Encourages regular small improvements rather than waiting for large-scale changes.</a:t>
          </a:r>
        </a:p>
      </dgm:t>
    </dgm:pt>
    <dgm:pt modelId="{C730825D-1EC2-4A30-905F-459606BE96F7}" type="parTrans" cxnId="{EF093E34-A578-45F7-AB2D-7AAA9E4130E1}">
      <dgm:prSet/>
      <dgm:spPr/>
      <dgm:t>
        <a:bodyPr/>
        <a:lstStyle/>
        <a:p>
          <a:endParaRPr lang="en-US"/>
        </a:p>
      </dgm:t>
    </dgm:pt>
    <dgm:pt modelId="{CEFF9355-9CC5-49ED-A9CB-1FC94D164FF0}" type="sibTrans" cxnId="{EF093E34-A578-45F7-AB2D-7AAA9E4130E1}">
      <dgm:prSet/>
      <dgm:spPr/>
      <dgm:t>
        <a:bodyPr/>
        <a:lstStyle/>
        <a:p>
          <a:endParaRPr lang="en-US"/>
        </a:p>
      </dgm:t>
    </dgm:pt>
    <dgm:pt modelId="{C10490CB-1B51-3F4B-A25D-8A1752BFB18E}" type="pres">
      <dgm:prSet presAssocID="{0B39B3DC-D785-4DC8-A029-E1D0848D4A66}" presName="hierChild1" presStyleCnt="0">
        <dgm:presLayoutVars>
          <dgm:chPref val="1"/>
          <dgm:dir/>
          <dgm:animOne val="branch"/>
          <dgm:animLvl val="lvl"/>
          <dgm:resizeHandles/>
        </dgm:presLayoutVars>
      </dgm:prSet>
      <dgm:spPr/>
    </dgm:pt>
    <dgm:pt modelId="{A3783F91-0B37-3F47-8244-0AC9E144E01D}" type="pres">
      <dgm:prSet presAssocID="{3787AC77-21ED-4EF5-A576-6E6EF4172134}" presName="hierRoot1" presStyleCnt="0"/>
      <dgm:spPr/>
    </dgm:pt>
    <dgm:pt modelId="{3F53DA81-D60C-E147-9D0F-5A935C95475A}" type="pres">
      <dgm:prSet presAssocID="{3787AC77-21ED-4EF5-A576-6E6EF4172134}" presName="composite" presStyleCnt="0"/>
      <dgm:spPr/>
    </dgm:pt>
    <dgm:pt modelId="{A78964FC-C3B1-9E46-9608-C8498410C17A}" type="pres">
      <dgm:prSet presAssocID="{3787AC77-21ED-4EF5-A576-6E6EF4172134}" presName="background" presStyleLbl="node0" presStyleIdx="0" presStyleCnt="4"/>
      <dgm:spPr/>
    </dgm:pt>
    <dgm:pt modelId="{6B87EE65-E1A6-BD41-961C-5F2E9AAC86AB}" type="pres">
      <dgm:prSet presAssocID="{3787AC77-21ED-4EF5-A576-6E6EF4172134}" presName="text" presStyleLbl="fgAcc0" presStyleIdx="0" presStyleCnt="4">
        <dgm:presLayoutVars>
          <dgm:chPref val="3"/>
        </dgm:presLayoutVars>
      </dgm:prSet>
      <dgm:spPr/>
    </dgm:pt>
    <dgm:pt modelId="{1B1FED01-576F-3641-A621-6325A273AFE2}" type="pres">
      <dgm:prSet presAssocID="{3787AC77-21ED-4EF5-A576-6E6EF4172134}" presName="hierChild2" presStyleCnt="0"/>
      <dgm:spPr/>
    </dgm:pt>
    <dgm:pt modelId="{300D1D16-4AB6-3340-8EC4-2A1788F626D1}" type="pres">
      <dgm:prSet presAssocID="{EC856EBD-10B5-48FF-8606-732E3E3A0051}" presName="hierRoot1" presStyleCnt="0"/>
      <dgm:spPr/>
    </dgm:pt>
    <dgm:pt modelId="{676197B4-FB65-9F4A-8319-8E56E349CD1F}" type="pres">
      <dgm:prSet presAssocID="{EC856EBD-10B5-48FF-8606-732E3E3A0051}" presName="composite" presStyleCnt="0"/>
      <dgm:spPr/>
    </dgm:pt>
    <dgm:pt modelId="{ADA9A22D-4141-1F44-8055-3A6F5D21D946}" type="pres">
      <dgm:prSet presAssocID="{EC856EBD-10B5-48FF-8606-732E3E3A0051}" presName="background" presStyleLbl="node0" presStyleIdx="1" presStyleCnt="4"/>
      <dgm:spPr/>
    </dgm:pt>
    <dgm:pt modelId="{E0F113FC-7922-3C43-9B77-735890AE9573}" type="pres">
      <dgm:prSet presAssocID="{EC856EBD-10B5-48FF-8606-732E3E3A0051}" presName="text" presStyleLbl="fgAcc0" presStyleIdx="1" presStyleCnt="4">
        <dgm:presLayoutVars>
          <dgm:chPref val="3"/>
        </dgm:presLayoutVars>
      </dgm:prSet>
      <dgm:spPr/>
    </dgm:pt>
    <dgm:pt modelId="{E1FC1CB2-625C-1342-90B2-C2A4D6C9B118}" type="pres">
      <dgm:prSet presAssocID="{EC856EBD-10B5-48FF-8606-732E3E3A0051}" presName="hierChild2" presStyleCnt="0"/>
      <dgm:spPr/>
    </dgm:pt>
    <dgm:pt modelId="{2FC1C65C-E1E7-B847-BED0-D35086983109}" type="pres">
      <dgm:prSet presAssocID="{9F4B87C5-7DF7-419A-9160-9337D888EBE5}" presName="hierRoot1" presStyleCnt="0"/>
      <dgm:spPr/>
    </dgm:pt>
    <dgm:pt modelId="{02DAEC0C-049E-D84B-9D42-2D53C67BA925}" type="pres">
      <dgm:prSet presAssocID="{9F4B87C5-7DF7-419A-9160-9337D888EBE5}" presName="composite" presStyleCnt="0"/>
      <dgm:spPr/>
    </dgm:pt>
    <dgm:pt modelId="{69A410E0-20D4-7B4B-9124-E8DDFD93BEA1}" type="pres">
      <dgm:prSet presAssocID="{9F4B87C5-7DF7-419A-9160-9337D888EBE5}" presName="background" presStyleLbl="node0" presStyleIdx="2" presStyleCnt="4"/>
      <dgm:spPr/>
    </dgm:pt>
    <dgm:pt modelId="{52DEBCE6-97DC-E546-BE09-257190AAF874}" type="pres">
      <dgm:prSet presAssocID="{9F4B87C5-7DF7-419A-9160-9337D888EBE5}" presName="text" presStyleLbl="fgAcc0" presStyleIdx="2" presStyleCnt="4">
        <dgm:presLayoutVars>
          <dgm:chPref val="3"/>
        </dgm:presLayoutVars>
      </dgm:prSet>
      <dgm:spPr/>
    </dgm:pt>
    <dgm:pt modelId="{854CC83B-D24B-5941-8486-BC6F0F945B09}" type="pres">
      <dgm:prSet presAssocID="{9F4B87C5-7DF7-419A-9160-9337D888EBE5}" presName="hierChild2" presStyleCnt="0"/>
      <dgm:spPr/>
    </dgm:pt>
    <dgm:pt modelId="{A3466016-0AF0-2C4A-B4C5-B405CA9F230E}" type="pres">
      <dgm:prSet presAssocID="{7AE14D30-6E78-4A82-AA71-E2E1C4720CD8}" presName="hierRoot1" presStyleCnt="0"/>
      <dgm:spPr/>
    </dgm:pt>
    <dgm:pt modelId="{6F61A564-3AB6-0947-B7A1-802C1DCB0BF5}" type="pres">
      <dgm:prSet presAssocID="{7AE14D30-6E78-4A82-AA71-E2E1C4720CD8}" presName="composite" presStyleCnt="0"/>
      <dgm:spPr/>
    </dgm:pt>
    <dgm:pt modelId="{9E7FA0F9-02D9-CE48-9D2E-CC40FE52EF0B}" type="pres">
      <dgm:prSet presAssocID="{7AE14D30-6E78-4A82-AA71-E2E1C4720CD8}" presName="background" presStyleLbl="node0" presStyleIdx="3" presStyleCnt="4"/>
      <dgm:spPr/>
    </dgm:pt>
    <dgm:pt modelId="{B25FDFAB-4D48-604E-8BBD-6CC72A97ABED}" type="pres">
      <dgm:prSet presAssocID="{7AE14D30-6E78-4A82-AA71-E2E1C4720CD8}" presName="text" presStyleLbl="fgAcc0" presStyleIdx="3" presStyleCnt="4">
        <dgm:presLayoutVars>
          <dgm:chPref val="3"/>
        </dgm:presLayoutVars>
      </dgm:prSet>
      <dgm:spPr/>
    </dgm:pt>
    <dgm:pt modelId="{60FB0C8F-CC74-9341-92EC-283804643536}" type="pres">
      <dgm:prSet presAssocID="{7AE14D30-6E78-4A82-AA71-E2E1C4720CD8}" presName="hierChild2" presStyleCnt="0"/>
      <dgm:spPr/>
    </dgm:pt>
  </dgm:ptLst>
  <dgm:cxnLst>
    <dgm:cxn modelId="{EF093E34-A578-45F7-AB2D-7AAA9E4130E1}" srcId="{0B39B3DC-D785-4DC8-A029-E1D0848D4A66}" destId="{7AE14D30-6E78-4A82-AA71-E2E1C4720CD8}" srcOrd="3" destOrd="0" parTransId="{C730825D-1EC2-4A30-905F-459606BE96F7}" sibTransId="{CEFF9355-9CC5-49ED-A9CB-1FC94D164FF0}"/>
    <dgm:cxn modelId="{DF6DA935-C0C9-E742-9C6B-CEF398C91083}" type="presOf" srcId="{7AE14D30-6E78-4A82-AA71-E2E1C4720CD8}" destId="{B25FDFAB-4D48-604E-8BBD-6CC72A97ABED}" srcOrd="0" destOrd="0" presId="urn:microsoft.com/office/officeart/2005/8/layout/hierarchy1"/>
    <dgm:cxn modelId="{6A2CDB48-245A-444E-9017-99AE34807658}" type="presOf" srcId="{3787AC77-21ED-4EF5-A576-6E6EF4172134}" destId="{6B87EE65-E1A6-BD41-961C-5F2E9AAC86AB}" srcOrd="0" destOrd="0" presId="urn:microsoft.com/office/officeart/2005/8/layout/hierarchy1"/>
    <dgm:cxn modelId="{F81F6553-FADD-481C-9795-9C9075A705D3}" srcId="{0B39B3DC-D785-4DC8-A029-E1D0848D4A66}" destId="{EC856EBD-10B5-48FF-8606-732E3E3A0051}" srcOrd="1" destOrd="0" parTransId="{860C6B8A-EC94-4088-B1F2-BC8C370A0B23}" sibTransId="{CA57B743-3681-4D16-BECE-A9C0D3A70038}"/>
    <dgm:cxn modelId="{D892296D-F80A-FD4E-9E11-8A911F356066}" type="presOf" srcId="{0B39B3DC-D785-4DC8-A029-E1D0848D4A66}" destId="{C10490CB-1B51-3F4B-A25D-8A1752BFB18E}" srcOrd="0" destOrd="0" presId="urn:microsoft.com/office/officeart/2005/8/layout/hierarchy1"/>
    <dgm:cxn modelId="{C1D5BC97-F327-45A4-8A5E-DDDDF2265879}" srcId="{0B39B3DC-D785-4DC8-A029-E1D0848D4A66}" destId="{3787AC77-21ED-4EF5-A576-6E6EF4172134}" srcOrd="0" destOrd="0" parTransId="{3ABA9590-2147-4586-A09D-65BF7F26E23F}" sibTransId="{E5C12023-F95E-4711-B198-4248D01181D7}"/>
    <dgm:cxn modelId="{13882BB2-62E5-914F-872D-53887D33F07F}" type="presOf" srcId="{EC856EBD-10B5-48FF-8606-732E3E3A0051}" destId="{E0F113FC-7922-3C43-9B77-735890AE9573}" srcOrd="0" destOrd="0" presId="urn:microsoft.com/office/officeart/2005/8/layout/hierarchy1"/>
    <dgm:cxn modelId="{58215BC5-7023-4DA4-A9C0-95A33A995DEA}" srcId="{0B39B3DC-D785-4DC8-A029-E1D0848D4A66}" destId="{9F4B87C5-7DF7-419A-9160-9337D888EBE5}" srcOrd="2" destOrd="0" parTransId="{55C787E3-95BB-4AD5-B37E-55FE419DD5CB}" sibTransId="{D261C861-0207-427C-B7D5-C59476CF9A77}"/>
    <dgm:cxn modelId="{025978DC-810E-2E4E-9168-921AF13DEF40}" type="presOf" srcId="{9F4B87C5-7DF7-419A-9160-9337D888EBE5}" destId="{52DEBCE6-97DC-E546-BE09-257190AAF874}" srcOrd="0" destOrd="0" presId="urn:microsoft.com/office/officeart/2005/8/layout/hierarchy1"/>
    <dgm:cxn modelId="{2CCC5FBC-F18C-194F-A83B-3EA40429C0FE}" type="presParOf" srcId="{C10490CB-1B51-3F4B-A25D-8A1752BFB18E}" destId="{A3783F91-0B37-3F47-8244-0AC9E144E01D}" srcOrd="0" destOrd="0" presId="urn:microsoft.com/office/officeart/2005/8/layout/hierarchy1"/>
    <dgm:cxn modelId="{D60103CA-40AF-944A-A02B-76D53A26032D}" type="presParOf" srcId="{A3783F91-0B37-3F47-8244-0AC9E144E01D}" destId="{3F53DA81-D60C-E147-9D0F-5A935C95475A}" srcOrd="0" destOrd="0" presId="urn:microsoft.com/office/officeart/2005/8/layout/hierarchy1"/>
    <dgm:cxn modelId="{344F57F7-F131-7644-89C3-B0A42A516EED}" type="presParOf" srcId="{3F53DA81-D60C-E147-9D0F-5A935C95475A}" destId="{A78964FC-C3B1-9E46-9608-C8498410C17A}" srcOrd="0" destOrd="0" presId="urn:microsoft.com/office/officeart/2005/8/layout/hierarchy1"/>
    <dgm:cxn modelId="{3A527A5C-9AA8-B44D-979D-AE67E9709203}" type="presParOf" srcId="{3F53DA81-D60C-E147-9D0F-5A935C95475A}" destId="{6B87EE65-E1A6-BD41-961C-5F2E9AAC86AB}" srcOrd="1" destOrd="0" presId="urn:microsoft.com/office/officeart/2005/8/layout/hierarchy1"/>
    <dgm:cxn modelId="{67943672-5489-A54A-8641-A0F899A36A09}" type="presParOf" srcId="{A3783F91-0B37-3F47-8244-0AC9E144E01D}" destId="{1B1FED01-576F-3641-A621-6325A273AFE2}" srcOrd="1" destOrd="0" presId="urn:microsoft.com/office/officeart/2005/8/layout/hierarchy1"/>
    <dgm:cxn modelId="{474FBFA2-6037-FA4E-8E54-B52ABB949A94}" type="presParOf" srcId="{C10490CB-1B51-3F4B-A25D-8A1752BFB18E}" destId="{300D1D16-4AB6-3340-8EC4-2A1788F626D1}" srcOrd="1" destOrd="0" presId="urn:microsoft.com/office/officeart/2005/8/layout/hierarchy1"/>
    <dgm:cxn modelId="{6092F5AF-3D3C-1A48-BDA7-CFBD83009E1C}" type="presParOf" srcId="{300D1D16-4AB6-3340-8EC4-2A1788F626D1}" destId="{676197B4-FB65-9F4A-8319-8E56E349CD1F}" srcOrd="0" destOrd="0" presId="urn:microsoft.com/office/officeart/2005/8/layout/hierarchy1"/>
    <dgm:cxn modelId="{588E8C66-F2BE-5A46-9A22-3227F59E2753}" type="presParOf" srcId="{676197B4-FB65-9F4A-8319-8E56E349CD1F}" destId="{ADA9A22D-4141-1F44-8055-3A6F5D21D946}" srcOrd="0" destOrd="0" presId="urn:microsoft.com/office/officeart/2005/8/layout/hierarchy1"/>
    <dgm:cxn modelId="{B17F0C2B-A156-8343-8AD3-5994C6937B90}" type="presParOf" srcId="{676197B4-FB65-9F4A-8319-8E56E349CD1F}" destId="{E0F113FC-7922-3C43-9B77-735890AE9573}" srcOrd="1" destOrd="0" presId="urn:microsoft.com/office/officeart/2005/8/layout/hierarchy1"/>
    <dgm:cxn modelId="{A29C96A7-E077-4540-B3C0-5D75658DC5CC}" type="presParOf" srcId="{300D1D16-4AB6-3340-8EC4-2A1788F626D1}" destId="{E1FC1CB2-625C-1342-90B2-C2A4D6C9B118}" srcOrd="1" destOrd="0" presId="urn:microsoft.com/office/officeart/2005/8/layout/hierarchy1"/>
    <dgm:cxn modelId="{35D9D4DD-91CB-7D46-8F53-5FC34AD6E183}" type="presParOf" srcId="{C10490CB-1B51-3F4B-A25D-8A1752BFB18E}" destId="{2FC1C65C-E1E7-B847-BED0-D35086983109}" srcOrd="2" destOrd="0" presId="urn:microsoft.com/office/officeart/2005/8/layout/hierarchy1"/>
    <dgm:cxn modelId="{57FCA53B-D10C-BB44-A2B4-13498D314C58}" type="presParOf" srcId="{2FC1C65C-E1E7-B847-BED0-D35086983109}" destId="{02DAEC0C-049E-D84B-9D42-2D53C67BA925}" srcOrd="0" destOrd="0" presId="urn:microsoft.com/office/officeart/2005/8/layout/hierarchy1"/>
    <dgm:cxn modelId="{0EDC0D61-48B5-324E-95FC-3D07A261A5D5}" type="presParOf" srcId="{02DAEC0C-049E-D84B-9D42-2D53C67BA925}" destId="{69A410E0-20D4-7B4B-9124-E8DDFD93BEA1}" srcOrd="0" destOrd="0" presId="urn:microsoft.com/office/officeart/2005/8/layout/hierarchy1"/>
    <dgm:cxn modelId="{B069A5F2-1736-2F4E-AFE2-278139273BEA}" type="presParOf" srcId="{02DAEC0C-049E-D84B-9D42-2D53C67BA925}" destId="{52DEBCE6-97DC-E546-BE09-257190AAF874}" srcOrd="1" destOrd="0" presId="urn:microsoft.com/office/officeart/2005/8/layout/hierarchy1"/>
    <dgm:cxn modelId="{DC583CC2-5048-BA49-A528-8D395A0328AD}" type="presParOf" srcId="{2FC1C65C-E1E7-B847-BED0-D35086983109}" destId="{854CC83B-D24B-5941-8486-BC6F0F945B09}" srcOrd="1" destOrd="0" presId="urn:microsoft.com/office/officeart/2005/8/layout/hierarchy1"/>
    <dgm:cxn modelId="{557E9444-D73E-774A-9D31-7511F94C200C}" type="presParOf" srcId="{C10490CB-1B51-3F4B-A25D-8A1752BFB18E}" destId="{A3466016-0AF0-2C4A-B4C5-B405CA9F230E}" srcOrd="3" destOrd="0" presId="urn:microsoft.com/office/officeart/2005/8/layout/hierarchy1"/>
    <dgm:cxn modelId="{82F7CEF6-BE15-624C-BF96-643F0B4713B6}" type="presParOf" srcId="{A3466016-0AF0-2C4A-B4C5-B405CA9F230E}" destId="{6F61A564-3AB6-0947-B7A1-802C1DCB0BF5}" srcOrd="0" destOrd="0" presId="urn:microsoft.com/office/officeart/2005/8/layout/hierarchy1"/>
    <dgm:cxn modelId="{66D0D41E-9C31-8447-8D61-88BAE28EB4FF}" type="presParOf" srcId="{6F61A564-3AB6-0947-B7A1-802C1DCB0BF5}" destId="{9E7FA0F9-02D9-CE48-9D2E-CC40FE52EF0B}" srcOrd="0" destOrd="0" presId="urn:microsoft.com/office/officeart/2005/8/layout/hierarchy1"/>
    <dgm:cxn modelId="{9B413E4E-BA8D-F743-B8A4-DADEFCEF2C75}" type="presParOf" srcId="{6F61A564-3AB6-0947-B7A1-802C1DCB0BF5}" destId="{B25FDFAB-4D48-604E-8BBD-6CC72A97ABED}" srcOrd="1" destOrd="0" presId="urn:microsoft.com/office/officeart/2005/8/layout/hierarchy1"/>
    <dgm:cxn modelId="{1D99AF92-6551-0E46-91B8-675F4313B7AF}" type="presParOf" srcId="{A3466016-0AF0-2C4A-B4C5-B405CA9F230E}" destId="{60FB0C8F-CC74-9341-92EC-28380464353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7CEBBE-5B50-465B-AB3F-0B53ED7DCE97}"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C94C22D-FAB2-4CDA-A02B-3C9CBAB362D3}">
      <dgm:prSet/>
      <dgm:spPr/>
      <dgm:t>
        <a:bodyPr/>
        <a:lstStyle/>
        <a:p>
          <a:pPr>
            <a:lnSpc>
              <a:spcPct val="100000"/>
            </a:lnSpc>
          </a:pPr>
          <a:r>
            <a:rPr lang="en-US"/>
            <a:t>Inventory Management with JIT: Reduces excess stock and aligns inventory levels with actual demand.</a:t>
          </a:r>
        </a:p>
      </dgm:t>
    </dgm:pt>
    <dgm:pt modelId="{B4D98848-C073-4CF4-9203-7090792BDBF5}" type="parTrans" cxnId="{8E37315B-A51F-4B07-BF23-B48F596E313D}">
      <dgm:prSet/>
      <dgm:spPr/>
      <dgm:t>
        <a:bodyPr/>
        <a:lstStyle/>
        <a:p>
          <a:endParaRPr lang="en-US"/>
        </a:p>
      </dgm:t>
    </dgm:pt>
    <dgm:pt modelId="{FFB69A9E-6AD5-492C-B454-A7E0A1CAAAAD}" type="sibTrans" cxnId="{8E37315B-A51F-4B07-BF23-B48F596E313D}">
      <dgm:prSet/>
      <dgm:spPr/>
      <dgm:t>
        <a:bodyPr/>
        <a:lstStyle/>
        <a:p>
          <a:pPr>
            <a:lnSpc>
              <a:spcPct val="100000"/>
            </a:lnSpc>
          </a:pPr>
          <a:endParaRPr lang="en-US"/>
        </a:p>
      </dgm:t>
    </dgm:pt>
    <dgm:pt modelId="{F67CC97A-A9D3-4497-94DD-46E8A006743D}">
      <dgm:prSet/>
      <dgm:spPr/>
      <dgm:t>
        <a:bodyPr/>
        <a:lstStyle/>
        <a:p>
          <a:pPr>
            <a:lnSpc>
              <a:spcPct val="100000"/>
            </a:lnSpc>
          </a:pPr>
          <a:r>
            <a:rPr lang="en-US"/>
            <a:t>Streamlined Order Processing with VSM and Kanban: Minimizes lead times by reducing bottlenecks in the ordering process.</a:t>
          </a:r>
        </a:p>
      </dgm:t>
    </dgm:pt>
    <dgm:pt modelId="{79887CB4-2CAD-41B7-BC6B-50D9F99ADD1E}" type="parTrans" cxnId="{E22744B1-0689-4C35-8B1E-AD94DAECA2F1}">
      <dgm:prSet/>
      <dgm:spPr/>
      <dgm:t>
        <a:bodyPr/>
        <a:lstStyle/>
        <a:p>
          <a:endParaRPr lang="en-US"/>
        </a:p>
      </dgm:t>
    </dgm:pt>
    <dgm:pt modelId="{8AD87B64-A6B5-4A64-84DA-6CEBBC7D8167}" type="sibTrans" cxnId="{E22744B1-0689-4C35-8B1E-AD94DAECA2F1}">
      <dgm:prSet/>
      <dgm:spPr/>
      <dgm:t>
        <a:bodyPr/>
        <a:lstStyle/>
        <a:p>
          <a:pPr>
            <a:lnSpc>
              <a:spcPct val="100000"/>
            </a:lnSpc>
          </a:pPr>
          <a:endParaRPr lang="en-US"/>
        </a:p>
      </dgm:t>
    </dgm:pt>
    <dgm:pt modelId="{8C4D0EFA-C886-4008-8BA6-99DFFCAE3E15}">
      <dgm:prSet/>
      <dgm:spPr/>
      <dgm:t>
        <a:bodyPr/>
        <a:lstStyle/>
        <a:p>
          <a:pPr>
            <a:lnSpc>
              <a:spcPct val="100000"/>
            </a:lnSpc>
          </a:pPr>
          <a:r>
            <a:rPr lang="en-US"/>
            <a:t>Supplier Collaboration: Lean encourages closer collaboration to ensure timely delivery and better demand forecasting.</a:t>
          </a:r>
        </a:p>
      </dgm:t>
    </dgm:pt>
    <dgm:pt modelId="{6BB75F8A-D52C-4B42-9088-B42351258E79}" type="parTrans" cxnId="{334C2D0B-5D48-4E51-882B-11C80F28496B}">
      <dgm:prSet/>
      <dgm:spPr/>
      <dgm:t>
        <a:bodyPr/>
        <a:lstStyle/>
        <a:p>
          <a:endParaRPr lang="en-US"/>
        </a:p>
      </dgm:t>
    </dgm:pt>
    <dgm:pt modelId="{B351F346-3AD0-42BC-9F3D-C58CD317164B}" type="sibTrans" cxnId="{334C2D0B-5D48-4E51-882B-11C80F28496B}">
      <dgm:prSet/>
      <dgm:spPr/>
      <dgm:t>
        <a:bodyPr/>
        <a:lstStyle/>
        <a:p>
          <a:pPr>
            <a:lnSpc>
              <a:spcPct val="100000"/>
            </a:lnSpc>
          </a:pPr>
          <a:endParaRPr lang="en-US"/>
        </a:p>
      </dgm:t>
    </dgm:pt>
    <dgm:pt modelId="{08CDD79C-B068-4FB5-BF9E-A0B2B6CCE6DB}">
      <dgm:prSet/>
      <dgm:spPr/>
      <dgm:t>
        <a:bodyPr/>
        <a:lstStyle/>
        <a:p>
          <a:pPr>
            <a:lnSpc>
              <a:spcPct val="100000"/>
            </a:lnSpc>
          </a:pPr>
          <a:r>
            <a:rPr lang="en-US"/>
            <a:t>Kaizen for Incremental Improvements: Enables constant improvements to processes and customer service.</a:t>
          </a:r>
        </a:p>
      </dgm:t>
    </dgm:pt>
    <dgm:pt modelId="{3F1E8955-1195-47E0-9DDE-FB8F7B4053EB}" type="parTrans" cxnId="{09235F40-0B21-439E-AC3E-08BD436E17AC}">
      <dgm:prSet/>
      <dgm:spPr/>
      <dgm:t>
        <a:bodyPr/>
        <a:lstStyle/>
        <a:p>
          <a:endParaRPr lang="en-US"/>
        </a:p>
      </dgm:t>
    </dgm:pt>
    <dgm:pt modelId="{CF3E28E5-9833-4D30-A9CB-C650D336B2A2}" type="sibTrans" cxnId="{09235F40-0B21-439E-AC3E-08BD436E17AC}">
      <dgm:prSet/>
      <dgm:spPr/>
      <dgm:t>
        <a:bodyPr/>
        <a:lstStyle/>
        <a:p>
          <a:endParaRPr lang="en-US"/>
        </a:p>
      </dgm:t>
    </dgm:pt>
    <dgm:pt modelId="{59D7F735-193F-4DB7-88CD-4DADDF2F6F5A}" type="pres">
      <dgm:prSet presAssocID="{CA7CEBBE-5B50-465B-AB3F-0B53ED7DCE97}" presName="root" presStyleCnt="0">
        <dgm:presLayoutVars>
          <dgm:dir/>
          <dgm:resizeHandles val="exact"/>
        </dgm:presLayoutVars>
      </dgm:prSet>
      <dgm:spPr/>
    </dgm:pt>
    <dgm:pt modelId="{6AA1C9EB-C23D-488B-AA8A-FFE1850EC4A2}" type="pres">
      <dgm:prSet presAssocID="{CA7CEBBE-5B50-465B-AB3F-0B53ED7DCE97}" presName="container" presStyleCnt="0">
        <dgm:presLayoutVars>
          <dgm:dir/>
          <dgm:resizeHandles val="exact"/>
        </dgm:presLayoutVars>
      </dgm:prSet>
      <dgm:spPr/>
    </dgm:pt>
    <dgm:pt modelId="{43854C72-2C0D-4BC0-8DDF-7548C6163181}" type="pres">
      <dgm:prSet presAssocID="{7C94C22D-FAB2-4CDA-A02B-3C9CBAB362D3}" presName="compNode" presStyleCnt="0"/>
      <dgm:spPr/>
    </dgm:pt>
    <dgm:pt modelId="{03464E70-9934-40EC-AF62-975A3B12F3DB}" type="pres">
      <dgm:prSet presAssocID="{7C94C22D-FAB2-4CDA-A02B-3C9CBAB362D3}" presName="iconBgRect" presStyleLbl="bgShp" presStyleIdx="0" presStyleCnt="4"/>
      <dgm:spPr/>
    </dgm:pt>
    <dgm:pt modelId="{9CF15503-94A7-4113-929A-A3508D603750}" type="pres">
      <dgm:prSet presAssocID="{7C94C22D-FAB2-4CDA-A02B-3C9CBAB362D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x trolley"/>
        </a:ext>
      </dgm:extLst>
    </dgm:pt>
    <dgm:pt modelId="{CBB920F6-C0B0-4396-896E-F9E1F49AD91A}" type="pres">
      <dgm:prSet presAssocID="{7C94C22D-FAB2-4CDA-A02B-3C9CBAB362D3}" presName="spaceRect" presStyleCnt="0"/>
      <dgm:spPr/>
    </dgm:pt>
    <dgm:pt modelId="{EB8E1452-6548-4C5C-8DD5-75456EBFBD71}" type="pres">
      <dgm:prSet presAssocID="{7C94C22D-FAB2-4CDA-A02B-3C9CBAB362D3}" presName="textRect" presStyleLbl="revTx" presStyleIdx="0" presStyleCnt="4">
        <dgm:presLayoutVars>
          <dgm:chMax val="1"/>
          <dgm:chPref val="1"/>
        </dgm:presLayoutVars>
      </dgm:prSet>
      <dgm:spPr/>
    </dgm:pt>
    <dgm:pt modelId="{E76F80FA-C1DD-4CA7-9464-88787BBA079E}" type="pres">
      <dgm:prSet presAssocID="{FFB69A9E-6AD5-492C-B454-A7E0A1CAAAAD}" presName="sibTrans" presStyleLbl="sibTrans2D1" presStyleIdx="0" presStyleCnt="0"/>
      <dgm:spPr/>
    </dgm:pt>
    <dgm:pt modelId="{387396CD-C02D-4DE9-A2E9-40CEEBD6C2B9}" type="pres">
      <dgm:prSet presAssocID="{F67CC97A-A9D3-4497-94DD-46E8A006743D}" presName="compNode" presStyleCnt="0"/>
      <dgm:spPr/>
    </dgm:pt>
    <dgm:pt modelId="{4285151D-33F9-4F56-ABDC-CFF2C5F0AB23}" type="pres">
      <dgm:prSet presAssocID="{F67CC97A-A9D3-4497-94DD-46E8A006743D}" presName="iconBgRect" presStyleLbl="bgShp" presStyleIdx="1" presStyleCnt="4"/>
      <dgm:spPr/>
    </dgm:pt>
    <dgm:pt modelId="{ECFF94C6-64EF-4B33-9C5A-2784BF6B1738}" type="pres">
      <dgm:prSet presAssocID="{F67CC97A-A9D3-4497-94DD-46E8A006743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02CA5BB2-ABC6-415C-8E28-9128EC601FFE}" type="pres">
      <dgm:prSet presAssocID="{F67CC97A-A9D3-4497-94DD-46E8A006743D}" presName="spaceRect" presStyleCnt="0"/>
      <dgm:spPr/>
    </dgm:pt>
    <dgm:pt modelId="{6C39A59C-CC36-414F-92BB-F0F3E1AA443A}" type="pres">
      <dgm:prSet presAssocID="{F67CC97A-A9D3-4497-94DD-46E8A006743D}" presName="textRect" presStyleLbl="revTx" presStyleIdx="1" presStyleCnt="4">
        <dgm:presLayoutVars>
          <dgm:chMax val="1"/>
          <dgm:chPref val="1"/>
        </dgm:presLayoutVars>
      </dgm:prSet>
      <dgm:spPr/>
    </dgm:pt>
    <dgm:pt modelId="{B7AF13C0-AD95-407C-B9DF-0A6C35E725B6}" type="pres">
      <dgm:prSet presAssocID="{8AD87B64-A6B5-4A64-84DA-6CEBBC7D8167}" presName="sibTrans" presStyleLbl="sibTrans2D1" presStyleIdx="0" presStyleCnt="0"/>
      <dgm:spPr/>
    </dgm:pt>
    <dgm:pt modelId="{5939AF9F-AF37-4F51-B321-4771FCEBB6AD}" type="pres">
      <dgm:prSet presAssocID="{8C4D0EFA-C886-4008-8BA6-99DFFCAE3E15}" presName="compNode" presStyleCnt="0"/>
      <dgm:spPr/>
    </dgm:pt>
    <dgm:pt modelId="{5E7B68E8-F50C-4D0E-AE93-17648CCA3CD8}" type="pres">
      <dgm:prSet presAssocID="{8C4D0EFA-C886-4008-8BA6-99DFFCAE3E15}" presName="iconBgRect" presStyleLbl="bgShp" presStyleIdx="2" presStyleCnt="4"/>
      <dgm:spPr/>
    </dgm:pt>
    <dgm:pt modelId="{5DA7AFFB-27B7-42F1-A7AD-6A0EBF0061F0}" type="pres">
      <dgm:prSet presAssocID="{8C4D0EFA-C886-4008-8BA6-99DFFCAE3E1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7E92186F-0035-4DBA-BCB4-15839A529B83}" type="pres">
      <dgm:prSet presAssocID="{8C4D0EFA-C886-4008-8BA6-99DFFCAE3E15}" presName="spaceRect" presStyleCnt="0"/>
      <dgm:spPr/>
    </dgm:pt>
    <dgm:pt modelId="{BF66D7E8-044F-45A0-A8D8-20905A83B196}" type="pres">
      <dgm:prSet presAssocID="{8C4D0EFA-C886-4008-8BA6-99DFFCAE3E15}" presName="textRect" presStyleLbl="revTx" presStyleIdx="2" presStyleCnt="4">
        <dgm:presLayoutVars>
          <dgm:chMax val="1"/>
          <dgm:chPref val="1"/>
        </dgm:presLayoutVars>
      </dgm:prSet>
      <dgm:spPr/>
    </dgm:pt>
    <dgm:pt modelId="{35A24827-32B9-4D16-AB65-80C6108B7FA7}" type="pres">
      <dgm:prSet presAssocID="{B351F346-3AD0-42BC-9F3D-C58CD317164B}" presName="sibTrans" presStyleLbl="sibTrans2D1" presStyleIdx="0" presStyleCnt="0"/>
      <dgm:spPr/>
    </dgm:pt>
    <dgm:pt modelId="{676687DC-68A8-4459-96A1-200D2F6C59A5}" type="pres">
      <dgm:prSet presAssocID="{08CDD79C-B068-4FB5-BF9E-A0B2B6CCE6DB}" presName="compNode" presStyleCnt="0"/>
      <dgm:spPr/>
    </dgm:pt>
    <dgm:pt modelId="{90DBF996-F382-4E7E-A5DD-441B9886DB2B}" type="pres">
      <dgm:prSet presAssocID="{08CDD79C-B068-4FB5-BF9E-A0B2B6CCE6DB}" presName="iconBgRect" presStyleLbl="bgShp" presStyleIdx="3" presStyleCnt="4"/>
      <dgm:spPr/>
    </dgm:pt>
    <dgm:pt modelId="{3FB9883F-F4ED-4A34-AF15-07CC7E6FE158}" type="pres">
      <dgm:prSet presAssocID="{08CDD79C-B068-4FB5-BF9E-A0B2B6CCE6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C5EB3D5A-2D05-4AAA-9992-70313DB4D577}" type="pres">
      <dgm:prSet presAssocID="{08CDD79C-B068-4FB5-BF9E-A0B2B6CCE6DB}" presName="spaceRect" presStyleCnt="0"/>
      <dgm:spPr/>
    </dgm:pt>
    <dgm:pt modelId="{06D5B9B0-BE66-495E-BCED-9B170F798078}" type="pres">
      <dgm:prSet presAssocID="{08CDD79C-B068-4FB5-BF9E-A0B2B6CCE6DB}" presName="textRect" presStyleLbl="revTx" presStyleIdx="3" presStyleCnt="4">
        <dgm:presLayoutVars>
          <dgm:chMax val="1"/>
          <dgm:chPref val="1"/>
        </dgm:presLayoutVars>
      </dgm:prSet>
      <dgm:spPr/>
    </dgm:pt>
  </dgm:ptLst>
  <dgm:cxnLst>
    <dgm:cxn modelId="{334C2D0B-5D48-4E51-882B-11C80F28496B}" srcId="{CA7CEBBE-5B50-465B-AB3F-0B53ED7DCE97}" destId="{8C4D0EFA-C886-4008-8BA6-99DFFCAE3E15}" srcOrd="2" destOrd="0" parTransId="{6BB75F8A-D52C-4B42-9088-B42351258E79}" sibTransId="{B351F346-3AD0-42BC-9F3D-C58CD317164B}"/>
    <dgm:cxn modelId="{4B651F25-CC4A-2E4A-96D8-0E1FB8304AFA}" type="presOf" srcId="{B351F346-3AD0-42BC-9F3D-C58CD317164B}" destId="{35A24827-32B9-4D16-AB65-80C6108B7FA7}" srcOrd="0" destOrd="0" presId="urn:microsoft.com/office/officeart/2018/2/layout/IconCircleList"/>
    <dgm:cxn modelId="{0731D52B-4885-984A-AB7A-2F7028E05FE2}" type="presOf" srcId="{08CDD79C-B068-4FB5-BF9E-A0B2B6CCE6DB}" destId="{06D5B9B0-BE66-495E-BCED-9B170F798078}" srcOrd="0" destOrd="0" presId="urn:microsoft.com/office/officeart/2018/2/layout/IconCircleList"/>
    <dgm:cxn modelId="{AE86D535-841F-1E41-A93F-795D91CD9434}" type="presOf" srcId="{8AD87B64-A6B5-4A64-84DA-6CEBBC7D8167}" destId="{B7AF13C0-AD95-407C-B9DF-0A6C35E725B6}" srcOrd="0" destOrd="0" presId="urn:microsoft.com/office/officeart/2018/2/layout/IconCircleList"/>
    <dgm:cxn modelId="{09235F40-0B21-439E-AC3E-08BD436E17AC}" srcId="{CA7CEBBE-5B50-465B-AB3F-0B53ED7DCE97}" destId="{08CDD79C-B068-4FB5-BF9E-A0B2B6CCE6DB}" srcOrd="3" destOrd="0" parTransId="{3F1E8955-1195-47E0-9DDE-FB8F7B4053EB}" sibTransId="{CF3E28E5-9833-4D30-A9CB-C650D336B2A2}"/>
    <dgm:cxn modelId="{8E37315B-A51F-4B07-BF23-B48F596E313D}" srcId="{CA7CEBBE-5B50-465B-AB3F-0B53ED7DCE97}" destId="{7C94C22D-FAB2-4CDA-A02B-3C9CBAB362D3}" srcOrd="0" destOrd="0" parTransId="{B4D98848-C073-4CF4-9203-7090792BDBF5}" sibTransId="{FFB69A9E-6AD5-492C-B454-A7E0A1CAAAAD}"/>
    <dgm:cxn modelId="{321B256F-7AE4-4B4D-9171-336CB6D80B33}" type="presOf" srcId="{CA7CEBBE-5B50-465B-AB3F-0B53ED7DCE97}" destId="{59D7F735-193F-4DB7-88CD-4DADDF2F6F5A}" srcOrd="0" destOrd="0" presId="urn:microsoft.com/office/officeart/2018/2/layout/IconCircleList"/>
    <dgm:cxn modelId="{DBA7D58E-B12B-4546-8086-6C7C1F9F0821}" type="presOf" srcId="{7C94C22D-FAB2-4CDA-A02B-3C9CBAB362D3}" destId="{EB8E1452-6548-4C5C-8DD5-75456EBFBD71}" srcOrd="0" destOrd="0" presId="urn:microsoft.com/office/officeart/2018/2/layout/IconCircleList"/>
    <dgm:cxn modelId="{1E1FD0A1-E255-434A-814A-75E05D54D6AB}" type="presOf" srcId="{8C4D0EFA-C886-4008-8BA6-99DFFCAE3E15}" destId="{BF66D7E8-044F-45A0-A8D8-20905A83B196}" srcOrd="0" destOrd="0" presId="urn:microsoft.com/office/officeart/2018/2/layout/IconCircleList"/>
    <dgm:cxn modelId="{E22744B1-0689-4C35-8B1E-AD94DAECA2F1}" srcId="{CA7CEBBE-5B50-465B-AB3F-0B53ED7DCE97}" destId="{F67CC97A-A9D3-4497-94DD-46E8A006743D}" srcOrd="1" destOrd="0" parTransId="{79887CB4-2CAD-41B7-BC6B-50D9F99ADD1E}" sibTransId="{8AD87B64-A6B5-4A64-84DA-6CEBBC7D8167}"/>
    <dgm:cxn modelId="{B8438BB5-D42E-1B4A-ABAE-FEB9D2140866}" type="presOf" srcId="{F67CC97A-A9D3-4497-94DD-46E8A006743D}" destId="{6C39A59C-CC36-414F-92BB-F0F3E1AA443A}" srcOrd="0" destOrd="0" presId="urn:microsoft.com/office/officeart/2018/2/layout/IconCircleList"/>
    <dgm:cxn modelId="{687E80F0-CDF5-1946-A121-B17939CD83E0}" type="presOf" srcId="{FFB69A9E-6AD5-492C-B454-A7E0A1CAAAAD}" destId="{E76F80FA-C1DD-4CA7-9464-88787BBA079E}" srcOrd="0" destOrd="0" presId="urn:microsoft.com/office/officeart/2018/2/layout/IconCircleList"/>
    <dgm:cxn modelId="{E6A545A6-C1DE-594A-AE49-C07A4049B288}" type="presParOf" srcId="{59D7F735-193F-4DB7-88CD-4DADDF2F6F5A}" destId="{6AA1C9EB-C23D-488B-AA8A-FFE1850EC4A2}" srcOrd="0" destOrd="0" presId="urn:microsoft.com/office/officeart/2018/2/layout/IconCircleList"/>
    <dgm:cxn modelId="{FEF2A2F2-C868-6340-93E9-EB34F25F7CB0}" type="presParOf" srcId="{6AA1C9EB-C23D-488B-AA8A-FFE1850EC4A2}" destId="{43854C72-2C0D-4BC0-8DDF-7548C6163181}" srcOrd="0" destOrd="0" presId="urn:microsoft.com/office/officeart/2018/2/layout/IconCircleList"/>
    <dgm:cxn modelId="{541C22AD-F692-754A-89C7-7DFA1368A72F}" type="presParOf" srcId="{43854C72-2C0D-4BC0-8DDF-7548C6163181}" destId="{03464E70-9934-40EC-AF62-975A3B12F3DB}" srcOrd="0" destOrd="0" presId="urn:microsoft.com/office/officeart/2018/2/layout/IconCircleList"/>
    <dgm:cxn modelId="{219DBEA2-58DC-A149-9A42-1675680E95C1}" type="presParOf" srcId="{43854C72-2C0D-4BC0-8DDF-7548C6163181}" destId="{9CF15503-94A7-4113-929A-A3508D603750}" srcOrd="1" destOrd="0" presId="urn:microsoft.com/office/officeart/2018/2/layout/IconCircleList"/>
    <dgm:cxn modelId="{BAC85908-CFB3-504B-82A9-3814459879F4}" type="presParOf" srcId="{43854C72-2C0D-4BC0-8DDF-7548C6163181}" destId="{CBB920F6-C0B0-4396-896E-F9E1F49AD91A}" srcOrd="2" destOrd="0" presId="urn:microsoft.com/office/officeart/2018/2/layout/IconCircleList"/>
    <dgm:cxn modelId="{23C37184-2AC2-524B-8144-3E4D44D11A48}" type="presParOf" srcId="{43854C72-2C0D-4BC0-8DDF-7548C6163181}" destId="{EB8E1452-6548-4C5C-8DD5-75456EBFBD71}" srcOrd="3" destOrd="0" presId="urn:microsoft.com/office/officeart/2018/2/layout/IconCircleList"/>
    <dgm:cxn modelId="{F2F48ADB-0C3E-4549-BDA9-4D41C3D3E536}" type="presParOf" srcId="{6AA1C9EB-C23D-488B-AA8A-FFE1850EC4A2}" destId="{E76F80FA-C1DD-4CA7-9464-88787BBA079E}" srcOrd="1" destOrd="0" presId="urn:microsoft.com/office/officeart/2018/2/layout/IconCircleList"/>
    <dgm:cxn modelId="{D9336070-4941-F247-9D7A-39C0DBA70523}" type="presParOf" srcId="{6AA1C9EB-C23D-488B-AA8A-FFE1850EC4A2}" destId="{387396CD-C02D-4DE9-A2E9-40CEEBD6C2B9}" srcOrd="2" destOrd="0" presId="urn:microsoft.com/office/officeart/2018/2/layout/IconCircleList"/>
    <dgm:cxn modelId="{FA241CDF-E24C-074C-BF7D-C24615972C28}" type="presParOf" srcId="{387396CD-C02D-4DE9-A2E9-40CEEBD6C2B9}" destId="{4285151D-33F9-4F56-ABDC-CFF2C5F0AB23}" srcOrd="0" destOrd="0" presId="urn:microsoft.com/office/officeart/2018/2/layout/IconCircleList"/>
    <dgm:cxn modelId="{81E278BD-10E1-3E4E-A307-C0743D5D17F5}" type="presParOf" srcId="{387396CD-C02D-4DE9-A2E9-40CEEBD6C2B9}" destId="{ECFF94C6-64EF-4B33-9C5A-2784BF6B1738}" srcOrd="1" destOrd="0" presId="urn:microsoft.com/office/officeart/2018/2/layout/IconCircleList"/>
    <dgm:cxn modelId="{DA55D1D0-F154-3B49-A9B5-DDF88E39A104}" type="presParOf" srcId="{387396CD-C02D-4DE9-A2E9-40CEEBD6C2B9}" destId="{02CA5BB2-ABC6-415C-8E28-9128EC601FFE}" srcOrd="2" destOrd="0" presId="urn:microsoft.com/office/officeart/2018/2/layout/IconCircleList"/>
    <dgm:cxn modelId="{79367227-9015-4240-A492-D045AC575675}" type="presParOf" srcId="{387396CD-C02D-4DE9-A2E9-40CEEBD6C2B9}" destId="{6C39A59C-CC36-414F-92BB-F0F3E1AA443A}" srcOrd="3" destOrd="0" presId="urn:microsoft.com/office/officeart/2018/2/layout/IconCircleList"/>
    <dgm:cxn modelId="{00357FB1-1F19-7341-BA2B-3864CAC4FE31}" type="presParOf" srcId="{6AA1C9EB-C23D-488B-AA8A-FFE1850EC4A2}" destId="{B7AF13C0-AD95-407C-B9DF-0A6C35E725B6}" srcOrd="3" destOrd="0" presId="urn:microsoft.com/office/officeart/2018/2/layout/IconCircleList"/>
    <dgm:cxn modelId="{C2413F30-622A-4B42-AF17-AFD00A0C78EC}" type="presParOf" srcId="{6AA1C9EB-C23D-488B-AA8A-FFE1850EC4A2}" destId="{5939AF9F-AF37-4F51-B321-4771FCEBB6AD}" srcOrd="4" destOrd="0" presId="urn:microsoft.com/office/officeart/2018/2/layout/IconCircleList"/>
    <dgm:cxn modelId="{B49B1A56-1B24-2C48-9B80-16E9588F2E93}" type="presParOf" srcId="{5939AF9F-AF37-4F51-B321-4771FCEBB6AD}" destId="{5E7B68E8-F50C-4D0E-AE93-17648CCA3CD8}" srcOrd="0" destOrd="0" presId="urn:microsoft.com/office/officeart/2018/2/layout/IconCircleList"/>
    <dgm:cxn modelId="{ACA411A2-2657-DC47-94C1-286A0D354241}" type="presParOf" srcId="{5939AF9F-AF37-4F51-B321-4771FCEBB6AD}" destId="{5DA7AFFB-27B7-42F1-A7AD-6A0EBF0061F0}" srcOrd="1" destOrd="0" presId="urn:microsoft.com/office/officeart/2018/2/layout/IconCircleList"/>
    <dgm:cxn modelId="{F341A478-3E11-0743-9498-8E41CBEA67AC}" type="presParOf" srcId="{5939AF9F-AF37-4F51-B321-4771FCEBB6AD}" destId="{7E92186F-0035-4DBA-BCB4-15839A529B83}" srcOrd="2" destOrd="0" presId="urn:microsoft.com/office/officeart/2018/2/layout/IconCircleList"/>
    <dgm:cxn modelId="{8F205FA3-0C6B-334A-85A9-7BE303A779F0}" type="presParOf" srcId="{5939AF9F-AF37-4F51-B321-4771FCEBB6AD}" destId="{BF66D7E8-044F-45A0-A8D8-20905A83B196}" srcOrd="3" destOrd="0" presId="urn:microsoft.com/office/officeart/2018/2/layout/IconCircleList"/>
    <dgm:cxn modelId="{113F8161-5DBC-8340-B8E6-98D6C5ECD7AD}" type="presParOf" srcId="{6AA1C9EB-C23D-488B-AA8A-FFE1850EC4A2}" destId="{35A24827-32B9-4D16-AB65-80C6108B7FA7}" srcOrd="5" destOrd="0" presId="urn:microsoft.com/office/officeart/2018/2/layout/IconCircleList"/>
    <dgm:cxn modelId="{7F511096-A7A2-F548-A316-F993B8D69FAD}" type="presParOf" srcId="{6AA1C9EB-C23D-488B-AA8A-FFE1850EC4A2}" destId="{676687DC-68A8-4459-96A1-200D2F6C59A5}" srcOrd="6" destOrd="0" presId="urn:microsoft.com/office/officeart/2018/2/layout/IconCircleList"/>
    <dgm:cxn modelId="{98B58589-96E3-0D46-B274-B836DDBFDC7F}" type="presParOf" srcId="{676687DC-68A8-4459-96A1-200D2F6C59A5}" destId="{90DBF996-F382-4E7E-A5DD-441B9886DB2B}" srcOrd="0" destOrd="0" presId="urn:microsoft.com/office/officeart/2018/2/layout/IconCircleList"/>
    <dgm:cxn modelId="{661F8640-94A0-8745-9DC6-C63534C9EF62}" type="presParOf" srcId="{676687DC-68A8-4459-96A1-200D2F6C59A5}" destId="{3FB9883F-F4ED-4A34-AF15-07CC7E6FE158}" srcOrd="1" destOrd="0" presId="urn:microsoft.com/office/officeart/2018/2/layout/IconCircleList"/>
    <dgm:cxn modelId="{1D6D38BC-35B8-3B43-BD07-9D878BE1245B}" type="presParOf" srcId="{676687DC-68A8-4459-96A1-200D2F6C59A5}" destId="{C5EB3D5A-2D05-4AAA-9992-70313DB4D577}" srcOrd="2" destOrd="0" presId="urn:microsoft.com/office/officeart/2018/2/layout/IconCircleList"/>
    <dgm:cxn modelId="{9AEADEB1-BDA9-8242-8136-60A3F9A78295}" type="presParOf" srcId="{676687DC-68A8-4459-96A1-200D2F6C59A5}" destId="{06D5B9B0-BE66-495E-BCED-9B170F79807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3E540F5-5186-4268-AC7F-3FC36C1FFAEA}" type="doc">
      <dgm:prSet loTypeId="urn:microsoft.com/office/officeart/2008/layout/LinedList" loCatId="list" qsTypeId="urn:microsoft.com/office/officeart/2005/8/quickstyle/simple5" qsCatId="simple" csTypeId="urn:microsoft.com/office/officeart/2005/8/colors/accent6_2" csCatId="accent6" phldr="1"/>
      <dgm:spPr/>
      <dgm:t>
        <a:bodyPr/>
        <a:lstStyle/>
        <a:p>
          <a:endParaRPr lang="en-US"/>
        </a:p>
      </dgm:t>
    </dgm:pt>
    <dgm:pt modelId="{48CAEFA5-0D7B-40AF-BA26-7D6848833C58}">
      <dgm:prSet/>
      <dgm:spPr/>
      <dgm:t>
        <a:bodyPr/>
        <a:lstStyle/>
        <a:p>
          <a:pPr>
            <a:defRPr cap="all"/>
          </a:pPr>
          <a:r>
            <a:rPr lang="en-US" dirty="0"/>
            <a:t>Cost Savings: Reduced inventory holding costs and minimized waste.</a:t>
          </a:r>
        </a:p>
      </dgm:t>
    </dgm:pt>
    <dgm:pt modelId="{7A52E3BB-2816-41FB-9F19-A93A6F68897C}" type="parTrans" cxnId="{15B047F0-8706-4E58-B30D-C4708638BBC8}">
      <dgm:prSet/>
      <dgm:spPr/>
      <dgm:t>
        <a:bodyPr/>
        <a:lstStyle/>
        <a:p>
          <a:endParaRPr lang="en-US"/>
        </a:p>
      </dgm:t>
    </dgm:pt>
    <dgm:pt modelId="{BAF993AA-8FC3-4133-974E-D20EF0A7192F}" type="sibTrans" cxnId="{15B047F0-8706-4E58-B30D-C4708638BBC8}">
      <dgm:prSet/>
      <dgm:spPr/>
      <dgm:t>
        <a:bodyPr/>
        <a:lstStyle/>
        <a:p>
          <a:endParaRPr lang="en-US"/>
        </a:p>
      </dgm:t>
    </dgm:pt>
    <dgm:pt modelId="{569BAE12-0C0D-4D37-BF6E-02F00794C4BF}">
      <dgm:prSet/>
      <dgm:spPr/>
      <dgm:t>
        <a:bodyPr/>
        <a:lstStyle/>
        <a:p>
          <a:pPr>
            <a:defRPr cap="all"/>
          </a:pPr>
          <a:r>
            <a:rPr lang="en-US"/>
            <a:t>Increased Efficiency: Faster lead times and streamlined processes.</a:t>
          </a:r>
        </a:p>
      </dgm:t>
    </dgm:pt>
    <dgm:pt modelId="{B7D2FDF8-7F3C-4A12-AB3F-8A2D66DAAC54}" type="parTrans" cxnId="{FE284C1F-6798-49FD-94FC-429343A57FB9}">
      <dgm:prSet/>
      <dgm:spPr/>
      <dgm:t>
        <a:bodyPr/>
        <a:lstStyle/>
        <a:p>
          <a:endParaRPr lang="en-US"/>
        </a:p>
      </dgm:t>
    </dgm:pt>
    <dgm:pt modelId="{6CDD4758-B290-4C41-AEAD-0EB8840EB91C}" type="sibTrans" cxnId="{FE284C1F-6798-49FD-94FC-429343A57FB9}">
      <dgm:prSet/>
      <dgm:spPr/>
      <dgm:t>
        <a:bodyPr/>
        <a:lstStyle/>
        <a:p>
          <a:endParaRPr lang="en-US"/>
        </a:p>
      </dgm:t>
    </dgm:pt>
    <dgm:pt modelId="{9D612479-330D-46EF-9685-5D7E396ED91E}">
      <dgm:prSet/>
      <dgm:spPr/>
      <dgm:t>
        <a:bodyPr/>
        <a:lstStyle/>
        <a:p>
          <a:pPr>
            <a:defRPr cap="all"/>
          </a:pPr>
          <a:r>
            <a:rPr lang="en-US"/>
            <a:t>Enhanced Customer Satisfaction: Quicker turnaround times and improved availability of parts.</a:t>
          </a:r>
        </a:p>
      </dgm:t>
    </dgm:pt>
    <dgm:pt modelId="{C2EA598D-2FD9-4A4A-BEDF-B21AE750B03C}" type="parTrans" cxnId="{0F7753C4-F504-4A59-A921-36475BAA04F8}">
      <dgm:prSet/>
      <dgm:spPr/>
      <dgm:t>
        <a:bodyPr/>
        <a:lstStyle/>
        <a:p>
          <a:endParaRPr lang="en-US"/>
        </a:p>
      </dgm:t>
    </dgm:pt>
    <dgm:pt modelId="{86925C49-B515-485D-87BF-12A976EA8898}" type="sibTrans" cxnId="{0F7753C4-F504-4A59-A921-36475BAA04F8}">
      <dgm:prSet/>
      <dgm:spPr/>
      <dgm:t>
        <a:bodyPr/>
        <a:lstStyle/>
        <a:p>
          <a:endParaRPr lang="en-US"/>
        </a:p>
      </dgm:t>
    </dgm:pt>
    <dgm:pt modelId="{18554718-17CC-4410-920D-6C18ECAC44A0}">
      <dgm:prSet/>
      <dgm:spPr/>
      <dgm:t>
        <a:bodyPr/>
        <a:lstStyle/>
        <a:p>
          <a:pPr>
            <a:defRPr cap="all"/>
          </a:pPr>
          <a:r>
            <a:rPr lang="en-US"/>
            <a:t>Competitive Advantage: Greater agility in responding to demand and supply chain challenges.</a:t>
          </a:r>
        </a:p>
      </dgm:t>
    </dgm:pt>
    <dgm:pt modelId="{F7D63609-DF4B-447E-8E4A-642AF86CB579}" type="parTrans" cxnId="{117D0AB5-2B76-49A6-9ACB-514463211696}">
      <dgm:prSet/>
      <dgm:spPr/>
      <dgm:t>
        <a:bodyPr/>
        <a:lstStyle/>
        <a:p>
          <a:endParaRPr lang="en-US"/>
        </a:p>
      </dgm:t>
    </dgm:pt>
    <dgm:pt modelId="{782ACC21-9075-4017-BD92-9CD1C6175759}" type="sibTrans" cxnId="{117D0AB5-2B76-49A6-9ACB-514463211696}">
      <dgm:prSet/>
      <dgm:spPr/>
      <dgm:t>
        <a:bodyPr/>
        <a:lstStyle/>
        <a:p>
          <a:endParaRPr lang="en-US"/>
        </a:p>
      </dgm:t>
    </dgm:pt>
    <dgm:pt modelId="{A84FBEB5-7757-AD41-AA29-EEE81E178E0C}" type="pres">
      <dgm:prSet presAssocID="{F3E540F5-5186-4268-AC7F-3FC36C1FFAEA}" presName="vert0" presStyleCnt="0">
        <dgm:presLayoutVars>
          <dgm:dir/>
          <dgm:animOne val="branch"/>
          <dgm:animLvl val="lvl"/>
        </dgm:presLayoutVars>
      </dgm:prSet>
      <dgm:spPr/>
    </dgm:pt>
    <dgm:pt modelId="{B485B784-28C2-A647-8FB9-054AF642FD66}" type="pres">
      <dgm:prSet presAssocID="{48CAEFA5-0D7B-40AF-BA26-7D6848833C58}" presName="thickLine" presStyleLbl="alignNode1" presStyleIdx="0" presStyleCnt="4"/>
      <dgm:spPr/>
    </dgm:pt>
    <dgm:pt modelId="{DD741C23-A8F6-8247-9F8B-9BEF28EF41BF}" type="pres">
      <dgm:prSet presAssocID="{48CAEFA5-0D7B-40AF-BA26-7D6848833C58}" presName="horz1" presStyleCnt="0"/>
      <dgm:spPr/>
    </dgm:pt>
    <dgm:pt modelId="{B3BEE14C-E2FF-C54C-ABE8-DBF4786F4FDC}" type="pres">
      <dgm:prSet presAssocID="{48CAEFA5-0D7B-40AF-BA26-7D6848833C58}" presName="tx1" presStyleLbl="revTx" presStyleIdx="0" presStyleCnt="4"/>
      <dgm:spPr/>
    </dgm:pt>
    <dgm:pt modelId="{184ADFCE-7DFC-AA4E-9DD6-D5255F87A748}" type="pres">
      <dgm:prSet presAssocID="{48CAEFA5-0D7B-40AF-BA26-7D6848833C58}" presName="vert1" presStyleCnt="0"/>
      <dgm:spPr/>
    </dgm:pt>
    <dgm:pt modelId="{3FDDFE10-B23C-874B-80D3-7F03B564D183}" type="pres">
      <dgm:prSet presAssocID="{569BAE12-0C0D-4D37-BF6E-02F00794C4BF}" presName="thickLine" presStyleLbl="alignNode1" presStyleIdx="1" presStyleCnt="4"/>
      <dgm:spPr/>
    </dgm:pt>
    <dgm:pt modelId="{0E3D8851-2218-8946-91CD-4A38E4EDE63E}" type="pres">
      <dgm:prSet presAssocID="{569BAE12-0C0D-4D37-BF6E-02F00794C4BF}" presName="horz1" presStyleCnt="0"/>
      <dgm:spPr/>
    </dgm:pt>
    <dgm:pt modelId="{DFE7B8D1-1801-6846-8B5E-35464BBED6DB}" type="pres">
      <dgm:prSet presAssocID="{569BAE12-0C0D-4D37-BF6E-02F00794C4BF}" presName="tx1" presStyleLbl="revTx" presStyleIdx="1" presStyleCnt="4"/>
      <dgm:spPr/>
    </dgm:pt>
    <dgm:pt modelId="{65FE9310-7BC0-D945-9DDB-7020F49E3857}" type="pres">
      <dgm:prSet presAssocID="{569BAE12-0C0D-4D37-BF6E-02F00794C4BF}" presName="vert1" presStyleCnt="0"/>
      <dgm:spPr/>
    </dgm:pt>
    <dgm:pt modelId="{F8085DAB-EA0F-7D49-806D-20F3D624796B}" type="pres">
      <dgm:prSet presAssocID="{9D612479-330D-46EF-9685-5D7E396ED91E}" presName="thickLine" presStyleLbl="alignNode1" presStyleIdx="2" presStyleCnt="4"/>
      <dgm:spPr/>
    </dgm:pt>
    <dgm:pt modelId="{CA9E5BB2-8043-FE40-8979-0C137B8F7673}" type="pres">
      <dgm:prSet presAssocID="{9D612479-330D-46EF-9685-5D7E396ED91E}" presName="horz1" presStyleCnt="0"/>
      <dgm:spPr/>
    </dgm:pt>
    <dgm:pt modelId="{7B022428-0271-F549-9B1B-11821BDF2DA8}" type="pres">
      <dgm:prSet presAssocID="{9D612479-330D-46EF-9685-5D7E396ED91E}" presName="tx1" presStyleLbl="revTx" presStyleIdx="2" presStyleCnt="4"/>
      <dgm:spPr/>
    </dgm:pt>
    <dgm:pt modelId="{F15348BB-A946-B741-9ECE-383172F6DCD4}" type="pres">
      <dgm:prSet presAssocID="{9D612479-330D-46EF-9685-5D7E396ED91E}" presName="vert1" presStyleCnt="0"/>
      <dgm:spPr/>
    </dgm:pt>
    <dgm:pt modelId="{ADED8E8C-B39C-0F43-87D4-A6D08C648F28}" type="pres">
      <dgm:prSet presAssocID="{18554718-17CC-4410-920D-6C18ECAC44A0}" presName="thickLine" presStyleLbl="alignNode1" presStyleIdx="3" presStyleCnt="4"/>
      <dgm:spPr/>
    </dgm:pt>
    <dgm:pt modelId="{9F549389-A84B-FB4C-9448-D3A117333A40}" type="pres">
      <dgm:prSet presAssocID="{18554718-17CC-4410-920D-6C18ECAC44A0}" presName="horz1" presStyleCnt="0"/>
      <dgm:spPr/>
    </dgm:pt>
    <dgm:pt modelId="{0A1AC63C-4C76-5348-80FD-EBB478A92699}" type="pres">
      <dgm:prSet presAssocID="{18554718-17CC-4410-920D-6C18ECAC44A0}" presName="tx1" presStyleLbl="revTx" presStyleIdx="3" presStyleCnt="4"/>
      <dgm:spPr/>
    </dgm:pt>
    <dgm:pt modelId="{D4B7AC17-3BC0-8343-98A9-8D15E0635130}" type="pres">
      <dgm:prSet presAssocID="{18554718-17CC-4410-920D-6C18ECAC44A0}" presName="vert1" presStyleCnt="0"/>
      <dgm:spPr/>
    </dgm:pt>
  </dgm:ptLst>
  <dgm:cxnLst>
    <dgm:cxn modelId="{FE284C1F-6798-49FD-94FC-429343A57FB9}" srcId="{F3E540F5-5186-4268-AC7F-3FC36C1FFAEA}" destId="{569BAE12-0C0D-4D37-BF6E-02F00794C4BF}" srcOrd="1" destOrd="0" parTransId="{B7D2FDF8-7F3C-4A12-AB3F-8A2D66DAAC54}" sibTransId="{6CDD4758-B290-4C41-AEAD-0EB8840EB91C}"/>
    <dgm:cxn modelId="{DA2FD650-16E1-9D40-BC2C-A9BCEAEB2FD4}" type="presOf" srcId="{9D612479-330D-46EF-9685-5D7E396ED91E}" destId="{7B022428-0271-F549-9B1B-11821BDF2DA8}" srcOrd="0" destOrd="0" presId="urn:microsoft.com/office/officeart/2008/layout/LinedList"/>
    <dgm:cxn modelId="{C5D1E7A8-1985-814F-B216-EDD549F612F2}" type="presOf" srcId="{18554718-17CC-4410-920D-6C18ECAC44A0}" destId="{0A1AC63C-4C76-5348-80FD-EBB478A92699}" srcOrd="0" destOrd="0" presId="urn:microsoft.com/office/officeart/2008/layout/LinedList"/>
    <dgm:cxn modelId="{FDA6CDA9-1784-A94D-B130-27D3B21A572E}" type="presOf" srcId="{48CAEFA5-0D7B-40AF-BA26-7D6848833C58}" destId="{B3BEE14C-E2FF-C54C-ABE8-DBF4786F4FDC}" srcOrd="0" destOrd="0" presId="urn:microsoft.com/office/officeart/2008/layout/LinedList"/>
    <dgm:cxn modelId="{CB1F2FAF-CD44-E342-8363-C863E2B04CFE}" type="presOf" srcId="{F3E540F5-5186-4268-AC7F-3FC36C1FFAEA}" destId="{A84FBEB5-7757-AD41-AA29-EEE81E178E0C}" srcOrd="0" destOrd="0" presId="urn:microsoft.com/office/officeart/2008/layout/LinedList"/>
    <dgm:cxn modelId="{117D0AB5-2B76-49A6-9ACB-514463211696}" srcId="{F3E540F5-5186-4268-AC7F-3FC36C1FFAEA}" destId="{18554718-17CC-4410-920D-6C18ECAC44A0}" srcOrd="3" destOrd="0" parTransId="{F7D63609-DF4B-447E-8E4A-642AF86CB579}" sibTransId="{782ACC21-9075-4017-BD92-9CD1C6175759}"/>
    <dgm:cxn modelId="{0F7753C4-F504-4A59-A921-36475BAA04F8}" srcId="{F3E540F5-5186-4268-AC7F-3FC36C1FFAEA}" destId="{9D612479-330D-46EF-9685-5D7E396ED91E}" srcOrd="2" destOrd="0" parTransId="{C2EA598D-2FD9-4A4A-BEDF-B21AE750B03C}" sibTransId="{86925C49-B515-485D-87BF-12A976EA8898}"/>
    <dgm:cxn modelId="{26ECFFDD-D8B6-2448-B608-2D23546D7FFD}" type="presOf" srcId="{569BAE12-0C0D-4D37-BF6E-02F00794C4BF}" destId="{DFE7B8D1-1801-6846-8B5E-35464BBED6DB}" srcOrd="0" destOrd="0" presId="urn:microsoft.com/office/officeart/2008/layout/LinedList"/>
    <dgm:cxn modelId="{15B047F0-8706-4E58-B30D-C4708638BBC8}" srcId="{F3E540F5-5186-4268-AC7F-3FC36C1FFAEA}" destId="{48CAEFA5-0D7B-40AF-BA26-7D6848833C58}" srcOrd="0" destOrd="0" parTransId="{7A52E3BB-2816-41FB-9F19-A93A6F68897C}" sibTransId="{BAF993AA-8FC3-4133-974E-D20EF0A7192F}"/>
    <dgm:cxn modelId="{9E55FFF5-0969-344E-8A10-0D0CD6A6FAEC}" type="presParOf" srcId="{A84FBEB5-7757-AD41-AA29-EEE81E178E0C}" destId="{B485B784-28C2-A647-8FB9-054AF642FD66}" srcOrd="0" destOrd="0" presId="urn:microsoft.com/office/officeart/2008/layout/LinedList"/>
    <dgm:cxn modelId="{49C95D6B-3615-9340-AB5C-64BE48D366A7}" type="presParOf" srcId="{A84FBEB5-7757-AD41-AA29-EEE81E178E0C}" destId="{DD741C23-A8F6-8247-9F8B-9BEF28EF41BF}" srcOrd="1" destOrd="0" presId="urn:microsoft.com/office/officeart/2008/layout/LinedList"/>
    <dgm:cxn modelId="{0A0F8102-43DD-CE4A-B831-60B92C0FECDF}" type="presParOf" srcId="{DD741C23-A8F6-8247-9F8B-9BEF28EF41BF}" destId="{B3BEE14C-E2FF-C54C-ABE8-DBF4786F4FDC}" srcOrd="0" destOrd="0" presId="urn:microsoft.com/office/officeart/2008/layout/LinedList"/>
    <dgm:cxn modelId="{759FF9EC-33F3-724B-A7C4-539595EB0236}" type="presParOf" srcId="{DD741C23-A8F6-8247-9F8B-9BEF28EF41BF}" destId="{184ADFCE-7DFC-AA4E-9DD6-D5255F87A748}" srcOrd="1" destOrd="0" presId="urn:microsoft.com/office/officeart/2008/layout/LinedList"/>
    <dgm:cxn modelId="{1E6D1575-D183-9B40-A5DE-334DDFEAFF92}" type="presParOf" srcId="{A84FBEB5-7757-AD41-AA29-EEE81E178E0C}" destId="{3FDDFE10-B23C-874B-80D3-7F03B564D183}" srcOrd="2" destOrd="0" presId="urn:microsoft.com/office/officeart/2008/layout/LinedList"/>
    <dgm:cxn modelId="{46D877ED-E197-E443-8FEC-DE0E7A61A675}" type="presParOf" srcId="{A84FBEB5-7757-AD41-AA29-EEE81E178E0C}" destId="{0E3D8851-2218-8946-91CD-4A38E4EDE63E}" srcOrd="3" destOrd="0" presId="urn:microsoft.com/office/officeart/2008/layout/LinedList"/>
    <dgm:cxn modelId="{837B3053-7A3C-C34E-830B-60B09E01B09C}" type="presParOf" srcId="{0E3D8851-2218-8946-91CD-4A38E4EDE63E}" destId="{DFE7B8D1-1801-6846-8B5E-35464BBED6DB}" srcOrd="0" destOrd="0" presId="urn:microsoft.com/office/officeart/2008/layout/LinedList"/>
    <dgm:cxn modelId="{3496AF1D-5E22-674B-BF2A-C347744DCE15}" type="presParOf" srcId="{0E3D8851-2218-8946-91CD-4A38E4EDE63E}" destId="{65FE9310-7BC0-D945-9DDB-7020F49E3857}" srcOrd="1" destOrd="0" presId="urn:microsoft.com/office/officeart/2008/layout/LinedList"/>
    <dgm:cxn modelId="{CC4630AA-AA87-BF4C-8D38-49343B0DAB7D}" type="presParOf" srcId="{A84FBEB5-7757-AD41-AA29-EEE81E178E0C}" destId="{F8085DAB-EA0F-7D49-806D-20F3D624796B}" srcOrd="4" destOrd="0" presId="urn:microsoft.com/office/officeart/2008/layout/LinedList"/>
    <dgm:cxn modelId="{69920E17-D5BA-2B4A-9295-7FF80C21DF3F}" type="presParOf" srcId="{A84FBEB5-7757-AD41-AA29-EEE81E178E0C}" destId="{CA9E5BB2-8043-FE40-8979-0C137B8F7673}" srcOrd="5" destOrd="0" presId="urn:microsoft.com/office/officeart/2008/layout/LinedList"/>
    <dgm:cxn modelId="{28D9F8B1-F424-C745-94A9-437D57FA1292}" type="presParOf" srcId="{CA9E5BB2-8043-FE40-8979-0C137B8F7673}" destId="{7B022428-0271-F549-9B1B-11821BDF2DA8}" srcOrd="0" destOrd="0" presId="urn:microsoft.com/office/officeart/2008/layout/LinedList"/>
    <dgm:cxn modelId="{CB17AEE0-B10A-8F48-A41D-5AA1AF75BB62}" type="presParOf" srcId="{CA9E5BB2-8043-FE40-8979-0C137B8F7673}" destId="{F15348BB-A946-B741-9ECE-383172F6DCD4}" srcOrd="1" destOrd="0" presId="urn:microsoft.com/office/officeart/2008/layout/LinedList"/>
    <dgm:cxn modelId="{22D47D29-9225-3D47-98D2-245E29A01843}" type="presParOf" srcId="{A84FBEB5-7757-AD41-AA29-EEE81E178E0C}" destId="{ADED8E8C-B39C-0F43-87D4-A6D08C648F28}" srcOrd="6" destOrd="0" presId="urn:microsoft.com/office/officeart/2008/layout/LinedList"/>
    <dgm:cxn modelId="{5FFC29B7-81D7-2A4D-B99D-2F447FEC07A7}" type="presParOf" srcId="{A84FBEB5-7757-AD41-AA29-EEE81E178E0C}" destId="{9F549389-A84B-FB4C-9448-D3A117333A40}" srcOrd="7" destOrd="0" presId="urn:microsoft.com/office/officeart/2008/layout/LinedList"/>
    <dgm:cxn modelId="{8BB68389-9596-AE4B-838B-170498505B4E}" type="presParOf" srcId="{9F549389-A84B-FB4C-9448-D3A117333A40}" destId="{0A1AC63C-4C76-5348-80FD-EBB478A92699}" srcOrd="0" destOrd="0" presId="urn:microsoft.com/office/officeart/2008/layout/LinedList"/>
    <dgm:cxn modelId="{F60C74D1-2251-E74C-A0F9-B2F2B45FB1E8}" type="presParOf" srcId="{9F549389-A84B-FB4C-9448-D3A117333A40}" destId="{D4B7AC17-3BC0-8343-98A9-8D15E0635130}"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4E23625-E32B-44BA-9BF2-10898DBD538E}"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78DF9C1-2AB3-43B2-BCDD-E8BFECD5FA66}">
      <dgm:prSet/>
      <dgm:spPr/>
      <dgm:t>
        <a:bodyPr/>
        <a:lstStyle/>
        <a:p>
          <a:r>
            <a:rPr lang="en-US"/>
            <a:t>Demand Variability: Difficulty in predicting demand for specific parts, which challenges JIT.</a:t>
          </a:r>
        </a:p>
      </dgm:t>
    </dgm:pt>
    <dgm:pt modelId="{CF3FE1C4-E014-4943-8438-F9972543D909}" type="parTrans" cxnId="{0B5F208F-10DD-4434-AEAF-562C75EE371A}">
      <dgm:prSet/>
      <dgm:spPr/>
      <dgm:t>
        <a:bodyPr/>
        <a:lstStyle/>
        <a:p>
          <a:endParaRPr lang="en-US"/>
        </a:p>
      </dgm:t>
    </dgm:pt>
    <dgm:pt modelId="{3473C71B-C8B8-4024-BC39-3E2821F3127A}" type="sibTrans" cxnId="{0B5F208F-10DD-4434-AEAF-562C75EE371A}">
      <dgm:prSet/>
      <dgm:spPr/>
      <dgm:t>
        <a:bodyPr/>
        <a:lstStyle/>
        <a:p>
          <a:endParaRPr lang="en-US"/>
        </a:p>
      </dgm:t>
    </dgm:pt>
    <dgm:pt modelId="{6A939B34-BB62-45EA-8647-87711A5CEBB4}">
      <dgm:prSet/>
      <dgm:spPr/>
      <dgm:t>
        <a:bodyPr/>
        <a:lstStyle/>
        <a:p>
          <a:r>
            <a:rPr lang="en-US"/>
            <a:t>Initial Investment: Implementation of Lean requires process changes, training, and initial setup costs.</a:t>
          </a:r>
        </a:p>
      </dgm:t>
    </dgm:pt>
    <dgm:pt modelId="{94B5285C-ADF6-4BE7-96F0-570087135EFD}" type="parTrans" cxnId="{EECFDCD3-57A0-4941-9A7B-80A5CD680518}">
      <dgm:prSet/>
      <dgm:spPr/>
      <dgm:t>
        <a:bodyPr/>
        <a:lstStyle/>
        <a:p>
          <a:endParaRPr lang="en-US"/>
        </a:p>
      </dgm:t>
    </dgm:pt>
    <dgm:pt modelId="{46A69EA1-2B9A-41F3-B7C3-34BCA09CAFF1}" type="sibTrans" cxnId="{EECFDCD3-57A0-4941-9A7B-80A5CD680518}">
      <dgm:prSet/>
      <dgm:spPr/>
      <dgm:t>
        <a:bodyPr/>
        <a:lstStyle/>
        <a:p>
          <a:endParaRPr lang="en-US"/>
        </a:p>
      </dgm:t>
    </dgm:pt>
    <dgm:pt modelId="{8307BF69-99B3-4970-BB4D-DF011ECBFF8E}">
      <dgm:prSet/>
      <dgm:spPr/>
      <dgm:t>
        <a:bodyPr/>
        <a:lstStyle/>
        <a:p>
          <a:r>
            <a:rPr lang="en-US"/>
            <a:t>Cultural Shift: Lean success requires a culture of continuous improvement, which may require organizational change.</a:t>
          </a:r>
        </a:p>
      </dgm:t>
    </dgm:pt>
    <dgm:pt modelId="{E1BAEC03-2642-4A2F-B6D6-A1C512BCBB8E}" type="parTrans" cxnId="{6C8AFA90-8894-47CA-B2B3-5E9D1FEA8205}">
      <dgm:prSet/>
      <dgm:spPr/>
      <dgm:t>
        <a:bodyPr/>
        <a:lstStyle/>
        <a:p>
          <a:endParaRPr lang="en-US"/>
        </a:p>
      </dgm:t>
    </dgm:pt>
    <dgm:pt modelId="{63986694-49D1-47D7-A10F-AABC2A0480FD}" type="sibTrans" cxnId="{6C8AFA90-8894-47CA-B2B3-5E9D1FEA8205}">
      <dgm:prSet/>
      <dgm:spPr/>
      <dgm:t>
        <a:bodyPr/>
        <a:lstStyle/>
        <a:p>
          <a:endParaRPr lang="en-US"/>
        </a:p>
      </dgm:t>
    </dgm:pt>
    <dgm:pt modelId="{2920DA8E-0A0B-4476-B777-1BFB2507DA84}">
      <dgm:prSet/>
      <dgm:spPr/>
      <dgm:t>
        <a:bodyPr/>
        <a:lstStyle/>
        <a:p>
          <a:r>
            <a:rPr lang="en-US"/>
            <a:t>Balancing Speed with Lean: Lean emphasizes efficiency, but customers often expect instant availability of certain parts.</a:t>
          </a:r>
        </a:p>
      </dgm:t>
    </dgm:pt>
    <dgm:pt modelId="{7BBFF40C-61F8-404F-B109-94B01E8D7E7F}" type="parTrans" cxnId="{260EE831-AE3B-47A6-893B-06A7BDCEC16D}">
      <dgm:prSet/>
      <dgm:spPr/>
      <dgm:t>
        <a:bodyPr/>
        <a:lstStyle/>
        <a:p>
          <a:endParaRPr lang="en-US"/>
        </a:p>
      </dgm:t>
    </dgm:pt>
    <dgm:pt modelId="{5C352592-4B5F-413E-BFF7-F09C70E566F0}" type="sibTrans" cxnId="{260EE831-AE3B-47A6-893B-06A7BDCEC16D}">
      <dgm:prSet/>
      <dgm:spPr/>
      <dgm:t>
        <a:bodyPr/>
        <a:lstStyle/>
        <a:p>
          <a:endParaRPr lang="en-US"/>
        </a:p>
      </dgm:t>
    </dgm:pt>
    <dgm:pt modelId="{A87CD6B8-9968-4532-8D8E-5EC2EF2B0542}" type="pres">
      <dgm:prSet presAssocID="{F4E23625-E32B-44BA-9BF2-10898DBD538E}" presName="root" presStyleCnt="0">
        <dgm:presLayoutVars>
          <dgm:dir/>
          <dgm:resizeHandles val="exact"/>
        </dgm:presLayoutVars>
      </dgm:prSet>
      <dgm:spPr/>
    </dgm:pt>
    <dgm:pt modelId="{05213463-5FE1-470D-A717-77E08341D49A}" type="pres">
      <dgm:prSet presAssocID="{F4E23625-E32B-44BA-9BF2-10898DBD538E}" presName="container" presStyleCnt="0">
        <dgm:presLayoutVars>
          <dgm:dir/>
          <dgm:resizeHandles val="exact"/>
        </dgm:presLayoutVars>
      </dgm:prSet>
      <dgm:spPr/>
    </dgm:pt>
    <dgm:pt modelId="{473D3812-4633-4A68-81D0-2342D9E9E74E}" type="pres">
      <dgm:prSet presAssocID="{278DF9C1-2AB3-43B2-BCDD-E8BFECD5FA66}" presName="compNode" presStyleCnt="0"/>
      <dgm:spPr/>
    </dgm:pt>
    <dgm:pt modelId="{F47B58DD-49D3-4DA6-829D-AABF908F1F7E}" type="pres">
      <dgm:prSet presAssocID="{278DF9C1-2AB3-43B2-BCDD-E8BFECD5FA66}" presName="iconBgRect" presStyleLbl="bgShp" presStyleIdx="0" presStyleCnt="4"/>
      <dgm:spPr/>
    </dgm:pt>
    <dgm:pt modelId="{9F94661A-AC7B-425B-A1E8-E998991E89FE}" type="pres">
      <dgm:prSet presAssocID="{278DF9C1-2AB3-43B2-BCDD-E8BFECD5FA6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5AF67970-2C90-4722-98DD-A4F87C52F764}" type="pres">
      <dgm:prSet presAssocID="{278DF9C1-2AB3-43B2-BCDD-E8BFECD5FA66}" presName="spaceRect" presStyleCnt="0"/>
      <dgm:spPr/>
    </dgm:pt>
    <dgm:pt modelId="{2A30B2D7-02AB-4156-A909-E4D41708BC4E}" type="pres">
      <dgm:prSet presAssocID="{278DF9C1-2AB3-43B2-BCDD-E8BFECD5FA66}" presName="textRect" presStyleLbl="revTx" presStyleIdx="0" presStyleCnt="4">
        <dgm:presLayoutVars>
          <dgm:chMax val="1"/>
          <dgm:chPref val="1"/>
        </dgm:presLayoutVars>
      </dgm:prSet>
      <dgm:spPr/>
    </dgm:pt>
    <dgm:pt modelId="{CF69EB1E-F45D-42CA-9D2D-AC4D73420530}" type="pres">
      <dgm:prSet presAssocID="{3473C71B-C8B8-4024-BC39-3E2821F3127A}" presName="sibTrans" presStyleLbl="sibTrans2D1" presStyleIdx="0" presStyleCnt="0"/>
      <dgm:spPr/>
    </dgm:pt>
    <dgm:pt modelId="{3F3C890E-E942-4472-A5CF-E65BFA02CFFA}" type="pres">
      <dgm:prSet presAssocID="{6A939B34-BB62-45EA-8647-87711A5CEBB4}" presName="compNode" presStyleCnt="0"/>
      <dgm:spPr/>
    </dgm:pt>
    <dgm:pt modelId="{A4252D76-22C0-4350-93A1-FCBBFDF6F28E}" type="pres">
      <dgm:prSet presAssocID="{6A939B34-BB62-45EA-8647-87711A5CEBB4}" presName="iconBgRect" presStyleLbl="bgShp" presStyleIdx="1" presStyleCnt="4"/>
      <dgm:spPr/>
    </dgm:pt>
    <dgm:pt modelId="{DB9534F0-4CDB-40BB-BA69-ECB01F1B19A1}" type="pres">
      <dgm:prSet presAssocID="{6A939B34-BB62-45EA-8647-87711A5CEBB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210B322F-C81F-46F5-B446-63B00E55B4A8}" type="pres">
      <dgm:prSet presAssocID="{6A939B34-BB62-45EA-8647-87711A5CEBB4}" presName="spaceRect" presStyleCnt="0"/>
      <dgm:spPr/>
    </dgm:pt>
    <dgm:pt modelId="{A2A742FC-5F2C-46AF-9F7C-A356A8DCFA99}" type="pres">
      <dgm:prSet presAssocID="{6A939B34-BB62-45EA-8647-87711A5CEBB4}" presName="textRect" presStyleLbl="revTx" presStyleIdx="1" presStyleCnt="4">
        <dgm:presLayoutVars>
          <dgm:chMax val="1"/>
          <dgm:chPref val="1"/>
        </dgm:presLayoutVars>
      </dgm:prSet>
      <dgm:spPr/>
    </dgm:pt>
    <dgm:pt modelId="{AF6FB96D-42AA-4411-A53A-CC995CAC7564}" type="pres">
      <dgm:prSet presAssocID="{46A69EA1-2B9A-41F3-B7C3-34BCA09CAFF1}" presName="sibTrans" presStyleLbl="sibTrans2D1" presStyleIdx="0" presStyleCnt="0"/>
      <dgm:spPr/>
    </dgm:pt>
    <dgm:pt modelId="{6EAA7DCB-4F73-4F7D-8B7F-637A5A8E9D2A}" type="pres">
      <dgm:prSet presAssocID="{8307BF69-99B3-4970-BB4D-DF011ECBFF8E}" presName="compNode" presStyleCnt="0"/>
      <dgm:spPr/>
    </dgm:pt>
    <dgm:pt modelId="{F78B2418-5237-44A5-A5F2-B5B7DBB3FA9E}" type="pres">
      <dgm:prSet presAssocID="{8307BF69-99B3-4970-BB4D-DF011ECBFF8E}" presName="iconBgRect" presStyleLbl="bgShp" presStyleIdx="2" presStyleCnt="4"/>
      <dgm:spPr/>
    </dgm:pt>
    <dgm:pt modelId="{C10488CC-F803-43C5-B831-0BA566E7F369}" type="pres">
      <dgm:prSet presAssocID="{8307BF69-99B3-4970-BB4D-DF011ECBFF8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801B7298-0F4D-42D3-89E7-F587648F1487}" type="pres">
      <dgm:prSet presAssocID="{8307BF69-99B3-4970-BB4D-DF011ECBFF8E}" presName="spaceRect" presStyleCnt="0"/>
      <dgm:spPr/>
    </dgm:pt>
    <dgm:pt modelId="{55A69010-F5D5-42EF-A904-905D715C4D2F}" type="pres">
      <dgm:prSet presAssocID="{8307BF69-99B3-4970-BB4D-DF011ECBFF8E}" presName="textRect" presStyleLbl="revTx" presStyleIdx="2" presStyleCnt="4">
        <dgm:presLayoutVars>
          <dgm:chMax val="1"/>
          <dgm:chPref val="1"/>
        </dgm:presLayoutVars>
      </dgm:prSet>
      <dgm:spPr/>
    </dgm:pt>
    <dgm:pt modelId="{15D64E9A-F4FA-4E67-959D-47220794E54E}" type="pres">
      <dgm:prSet presAssocID="{63986694-49D1-47D7-A10F-AABC2A0480FD}" presName="sibTrans" presStyleLbl="sibTrans2D1" presStyleIdx="0" presStyleCnt="0"/>
      <dgm:spPr/>
    </dgm:pt>
    <dgm:pt modelId="{AECABC63-C9E8-4906-AA63-EF5A84BBCEFD}" type="pres">
      <dgm:prSet presAssocID="{2920DA8E-0A0B-4476-B777-1BFB2507DA84}" presName="compNode" presStyleCnt="0"/>
      <dgm:spPr/>
    </dgm:pt>
    <dgm:pt modelId="{2AA16A79-2D0F-4553-A143-F5BF1E79D86E}" type="pres">
      <dgm:prSet presAssocID="{2920DA8E-0A0B-4476-B777-1BFB2507DA84}" presName="iconBgRect" presStyleLbl="bgShp" presStyleIdx="3" presStyleCnt="4"/>
      <dgm:spPr/>
    </dgm:pt>
    <dgm:pt modelId="{F6F9FE20-7BE6-41DF-9EC8-41CE45BFDD49}" type="pres">
      <dgm:prSet presAssocID="{2920DA8E-0A0B-4476-B777-1BFB2507DA8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AB2765E5-F8EA-4C66-B705-DD36E4889863}" type="pres">
      <dgm:prSet presAssocID="{2920DA8E-0A0B-4476-B777-1BFB2507DA84}" presName="spaceRect" presStyleCnt="0"/>
      <dgm:spPr/>
    </dgm:pt>
    <dgm:pt modelId="{ECFBB98F-64A5-481E-B68E-F4AF38C51171}" type="pres">
      <dgm:prSet presAssocID="{2920DA8E-0A0B-4476-B777-1BFB2507DA84}" presName="textRect" presStyleLbl="revTx" presStyleIdx="3" presStyleCnt="4">
        <dgm:presLayoutVars>
          <dgm:chMax val="1"/>
          <dgm:chPref val="1"/>
        </dgm:presLayoutVars>
      </dgm:prSet>
      <dgm:spPr/>
    </dgm:pt>
  </dgm:ptLst>
  <dgm:cxnLst>
    <dgm:cxn modelId="{F5D21003-C094-B543-A7D7-6FA6A88A41C4}" type="presOf" srcId="{F4E23625-E32B-44BA-9BF2-10898DBD538E}" destId="{A87CD6B8-9968-4532-8D8E-5EC2EF2B0542}" srcOrd="0" destOrd="0" presId="urn:microsoft.com/office/officeart/2018/2/layout/IconCircleList"/>
    <dgm:cxn modelId="{97F9B80F-E93B-1F43-8A0E-0840ABBF1306}" type="presOf" srcId="{278DF9C1-2AB3-43B2-BCDD-E8BFECD5FA66}" destId="{2A30B2D7-02AB-4156-A909-E4D41708BC4E}" srcOrd="0" destOrd="0" presId="urn:microsoft.com/office/officeart/2018/2/layout/IconCircleList"/>
    <dgm:cxn modelId="{BFD5B013-E8AD-CC4F-8A18-138A321BBE25}" type="presOf" srcId="{3473C71B-C8B8-4024-BC39-3E2821F3127A}" destId="{CF69EB1E-F45D-42CA-9D2D-AC4D73420530}" srcOrd="0" destOrd="0" presId="urn:microsoft.com/office/officeart/2018/2/layout/IconCircleList"/>
    <dgm:cxn modelId="{5F717D1D-C28A-9E4B-9F07-992AD4AFB737}" type="presOf" srcId="{2920DA8E-0A0B-4476-B777-1BFB2507DA84}" destId="{ECFBB98F-64A5-481E-B68E-F4AF38C51171}" srcOrd="0" destOrd="0" presId="urn:microsoft.com/office/officeart/2018/2/layout/IconCircleList"/>
    <dgm:cxn modelId="{496BE82F-D9D4-2149-A593-67BEC2EB509F}" type="presOf" srcId="{6A939B34-BB62-45EA-8647-87711A5CEBB4}" destId="{A2A742FC-5F2C-46AF-9F7C-A356A8DCFA99}" srcOrd="0" destOrd="0" presId="urn:microsoft.com/office/officeart/2018/2/layout/IconCircleList"/>
    <dgm:cxn modelId="{260EE831-AE3B-47A6-893B-06A7BDCEC16D}" srcId="{F4E23625-E32B-44BA-9BF2-10898DBD538E}" destId="{2920DA8E-0A0B-4476-B777-1BFB2507DA84}" srcOrd="3" destOrd="0" parTransId="{7BBFF40C-61F8-404F-B109-94B01E8D7E7F}" sibTransId="{5C352592-4B5F-413E-BFF7-F09C70E566F0}"/>
    <dgm:cxn modelId="{6A97924D-7B0B-A64E-B773-80FB8E997372}" type="presOf" srcId="{8307BF69-99B3-4970-BB4D-DF011ECBFF8E}" destId="{55A69010-F5D5-42EF-A904-905D715C4D2F}" srcOrd="0" destOrd="0" presId="urn:microsoft.com/office/officeart/2018/2/layout/IconCircleList"/>
    <dgm:cxn modelId="{0B5F208F-10DD-4434-AEAF-562C75EE371A}" srcId="{F4E23625-E32B-44BA-9BF2-10898DBD538E}" destId="{278DF9C1-2AB3-43B2-BCDD-E8BFECD5FA66}" srcOrd="0" destOrd="0" parTransId="{CF3FE1C4-E014-4943-8438-F9972543D909}" sibTransId="{3473C71B-C8B8-4024-BC39-3E2821F3127A}"/>
    <dgm:cxn modelId="{6C8AFA90-8894-47CA-B2B3-5E9D1FEA8205}" srcId="{F4E23625-E32B-44BA-9BF2-10898DBD538E}" destId="{8307BF69-99B3-4970-BB4D-DF011ECBFF8E}" srcOrd="2" destOrd="0" parTransId="{E1BAEC03-2642-4A2F-B6D6-A1C512BCBB8E}" sibTransId="{63986694-49D1-47D7-A10F-AABC2A0480FD}"/>
    <dgm:cxn modelId="{EECFDCD3-57A0-4941-9A7B-80A5CD680518}" srcId="{F4E23625-E32B-44BA-9BF2-10898DBD538E}" destId="{6A939B34-BB62-45EA-8647-87711A5CEBB4}" srcOrd="1" destOrd="0" parTransId="{94B5285C-ADF6-4BE7-96F0-570087135EFD}" sibTransId="{46A69EA1-2B9A-41F3-B7C3-34BCA09CAFF1}"/>
    <dgm:cxn modelId="{34FEE6E4-8A5F-2448-8204-3EB0908CB546}" type="presOf" srcId="{63986694-49D1-47D7-A10F-AABC2A0480FD}" destId="{15D64E9A-F4FA-4E67-959D-47220794E54E}" srcOrd="0" destOrd="0" presId="urn:microsoft.com/office/officeart/2018/2/layout/IconCircleList"/>
    <dgm:cxn modelId="{A6D68AF6-E318-E147-92A0-106DA19556EE}" type="presOf" srcId="{46A69EA1-2B9A-41F3-B7C3-34BCA09CAFF1}" destId="{AF6FB96D-42AA-4411-A53A-CC995CAC7564}" srcOrd="0" destOrd="0" presId="urn:microsoft.com/office/officeart/2018/2/layout/IconCircleList"/>
    <dgm:cxn modelId="{ABFB43B3-8AFD-3143-AB6E-849B35C7FAD4}" type="presParOf" srcId="{A87CD6B8-9968-4532-8D8E-5EC2EF2B0542}" destId="{05213463-5FE1-470D-A717-77E08341D49A}" srcOrd="0" destOrd="0" presId="urn:microsoft.com/office/officeart/2018/2/layout/IconCircleList"/>
    <dgm:cxn modelId="{D5FD0E21-09CF-8C43-83CC-157F9F52DB3F}" type="presParOf" srcId="{05213463-5FE1-470D-A717-77E08341D49A}" destId="{473D3812-4633-4A68-81D0-2342D9E9E74E}" srcOrd="0" destOrd="0" presId="urn:microsoft.com/office/officeart/2018/2/layout/IconCircleList"/>
    <dgm:cxn modelId="{F8C8498C-5213-0841-BB2B-703917CC4D61}" type="presParOf" srcId="{473D3812-4633-4A68-81D0-2342D9E9E74E}" destId="{F47B58DD-49D3-4DA6-829D-AABF908F1F7E}" srcOrd="0" destOrd="0" presId="urn:microsoft.com/office/officeart/2018/2/layout/IconCircleList"/>
    <dgm:cxn modelId="{A7B52096-00B2-0040-8845-182C7986F367}" type="presParOf" srcId="{473D3812-4633-4A68-81D0-2342D9E9E74E}" destId="{9F94661A-AC7B-425B-A1E8-E998991E89FE}" srcOrd="1" destOrd="0" presId="urn:microsoft.com/office/officeart/2018/2/layout/IconCircleList"/>
    <dgm:cxn modelId="{716524A1-2E61-7A40-8056-748FB0DB3108}" type="presParOf" srcId="{473D3812-4633-4A68-81D0-2342D9E9E74E}" destId="{5AF67970-2C90-4722-98DD-A4F87C52F764}" srcOrd="2" destOrd="0" presId="urn:microsoft.com/office/officeart/2018/2/layout/IconCircleList"/>
    <dgm:cxn modelId="{3ADEBB7A-BCB2-B049-9856-921462C836E4}" type="presParOf" srcId="{473D3812-4633-4A68-81D0-2342D9E9E74E}" destId="{2A30B2D7-02AB-4156-A909-E4D41708BC4E}" srcOrd="3" destOrd="0" presId="urn:microsoft.com/office/officeart/2018/2/layout/IconCircleList"/>
    <dgm:cxn modelId="{D8AAC654-1186-3D4B-8FE1-66E1C7288220}" type="presParOf" srcId="{05213463-5FE1-470D-A717-77E08341D49A}" destId="{CF69EB1E-F45D-42CA-9D2D-AC4D73420530}" srcOrd="1" destOrd="0" presId="urn:microsoft.com/office/officeart/2018/2/layout/IconCircleList"/>
    <dgm:cxn modelId="{F847939E-2269-A94C-B72B-EE975CFC8437}" type="presParOf" srcId="{05213463-5FE1-470D-A717-77E08341D49A}" destId="{3F3C890E-E942-4472-A5CF-E65BFA02CFFA}" srcOrd="2" destOrd="0" presId="urn:microsoft.com/office/officeart/2018/2/layout/IconCircleList"/>
    <dgm:cxn modelId="{3C60E714-8EB4-8447-8D82-7A8E5AAA9E0E}" type="presParOf" srcId="{3F3C890E-E942-4472-A5CF-E65BFA02CFFA}" destId="{A4252D76-22C0-4350-93A1-FCBBFDF6F28E}" srcOrd="0" destOrd="0" presId="urn:microsoft.com/office/officeart/2018/2/layout/IconCircleList"/>
    <dgm:cxn modelId="{BF409F8C-6E6B-B644-859E-641EFBF9B3B6}" type="presParOf" srcId="{3F3C890E-E942-4472-A5CF-E65BFA02CFFA}" destId="{DB9534F0-4CDB-40BB-BA69-ECB01F1B19A1}" srcOrd="1" destOrd="0" presId="urn:microsoft.com/office/officeart/2018/2/layout/IconCircleList"/>
    <dgm:cxn modelId="{6EC0032A-AB1F-D94A-AB39-0C3F822A91B5}" type="presParOf" srcId="{3F3C890E-E942-4472-A5CF-E65BFA02CFFA}" destId="{210B322F-C81F-46F5-B446-63B00E55B4A8}" srcOrd="2" destOrd="0" presId="urn:microsoft.com/office/officeart/2018/2/layout/IconCircleList"/>
    <dgm:cxn modelId="{732FB54A-6CC1-E342-A28E-822AEC63F108}" type="presParOf" srcId="{3F3C890E-E942-4472-A5CF-E65BFA02CFFA}" destId="{A2A742FC-5F2C-46AF-9F7C-A356A8DCFA99}" srcOrd="3" destOrd="0" presId="urn:microsoft.com/office/officeart/2018/2/layout/IconCircleList"/>
    <dgm:cxn modelId="{A95961CE-576C-144C-8B91-803AAFC4D558}" type="presParOf" srcId="{05213463-5FE1-470D-A717-77E08341D49A}" destId="{AF6FB96D-42AA-4411-A53A-CC995CAC7564}" srcOrd="3" destOrd="0" presId="urn:microsoft.com/office/officeart/2018/2/layout/IconCircleList"/>
    <dgm:cxn modelId="{EDFA5458-05E2-F149-BC46-409A3A2F7D23}" type="presParOf" srcId="{05213463-5FE1-470D-A717-77E08341D49A}" destId="{6EAA7DCB-4F73-4F7D-8B7F-637A5A8E9D2A}" srcOrd="4" destOrd="0" presId="urn:microsoft.com/office/officeart/2018/2/layout/IconCircleList"/>
    <dgm:cxn modelId="{ECB85716-622E-D34A-A984-A17218FDE86C}" type="presParOf" srcId="{6EAA7DCB-4F73-4F7D-8B7F-637A5A8E9D2A}" destId="{F78B2418-5237-44A5-A5F2-B5B7DBB3FA9E}" srcOrd="0" destOrd="0" presId="urn:microsoft.com/office/officeart/2018/2/layout/IconCircleList"/>
    <dgm:cxn modelId="{5D92A274-D7FB-5948-BFB8-38944ADBD157}" type="presParOf" srcId="{6EAA7DCB-4F73-4F7D-8B7F-637A5A8E9D2A}" destId="{C10488CC-F803-43C5-B831-0BA566E7F369}" srcOrd="1" destOrd="0" presId="urn:microsoft.com/office/officeart/2018/2/layout/IconCircleList"/>
    <dgm:cxn modelId="{BEA9DDD8-4A02-9944-979E-F9D823B5A9B5}" type="presParOf" srcId="{6EAA7DCB-4F73-4F7D-8B7F-637A5A8E9D2A}" destId="{801B7298-0F4D-42D3-89E7-F587648F1487}" srcOrd="2" destOrd="0" presId="urn:microsoft.com/office/officeart/2018/2/layout/IconCircleList"/>
    <dgm:cxn modelId="{AFD38F89-ABAF-D141-A98B-FA742C922A97}" type="presParOf" srcId="{6EAA7DCB-4F73-4F7D-8B7F-637A5A8E9D2A}" destId="{55A69010-F5D5-42EF-A904-905D715C4D2F}" srcOrd="3" destOrd="0" presId="urn:microsoft.com/office/officeart/2018/2/layout/IconCircleList"/>
    <dgm:cxn modelId="{FFB14AD0-C048-154D-9A82-DA7E61B1FA18}" type="presParOf" srcId="{05213463-5FE1-470D-A717-77E08341D49A}" destId="{15D64E9A-F4FA-4E67-959D-47220794E54E}" srcOrd="5" destOrd="0" presId="urn:microsoft.com/office/officeart/2018/2/layout/IconCircleList"/>
    <dgm:cxn modelId="{267831A0-0701-4D46-929E-5BEFA1D1786C}" type="presParOf" srcId="{05213463-5FE1-470D-A717-77E08341D49A}" destId="{AECABC63-C9E8-4906-AA63-EF5A84BBCEFD}" srcOrd="6" destOrd="0" presId="urn:microsoft.com/office/officeart/2018/2/layout/IconCircleList"/>
    <dgm:cxn modelId="{F4B288A6-6BB1-2B4D-8865-8131777BDAE0}" type="presParOf" srcId="{AECABC63-C9E8-4906-AA63-EF5A84BBCEFD}" destId="{2AA16A79-2D0F-4553-A143-F5BF1E79D86E}" srcOrd="0" destOrd="0" presId="urn:microsoft.com/office/officeart/2018/2/layout/IconCircleList"/>
    <dgm:cxn modelId="{314D1F78-EF11-3046-99A0-A1C8DF1DCE6C}" type="presParOf" srcId="{AECABC63-C9E8-4906-AA63-EF5A84BBCEFD}" destId="{F6F9FE20-7BE6-41DF-9EC8-41CE45BFDD49}" srcOrd="1" destOrd="0" presId="urn:microsoft.com/office/officeart/2018/2/layout/IconCircleList"/>
    <dgm:cxn modelId="{F94EA67F-1B92-B248-9DD0-F4FFD1C58E73}" type="presParOf" srcId="{AECABC63-C9E8-4906-AA63-EF5A84BBCEFD}" destId="{AB2765E5-F8EA-4C66-B705-DD36E4889863}" srcOrd="2" destOrd="0" presId="urn:microsoft.com/office/officeart/2018/2/layout/IconCircleList"/>
    <dgm:cxn modelId="{A73B2E17-CC42-684D-B49D-956FEE750AD4}" type="presParOf" srcId="{AECABC63-C9E8-4906-AA63-EF5A84BBCEFD}" destId="{ECFBB98F-64A5-481E-B68E-F4AF38C51171}"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E7A4102-DBEB-458C-B245-EF7FC7FFE9E7}" type="doc">
      <dgm:prSet loTypeId="urn:microsoft.com/office/officeart/2005/8/layout/vProcess5" loCatId="process" qsTypeId="urn:microsoft.com/office/officeart/2005/8/quickstyle/simple1" qsCatId="simple" csTypeId="urn:microsoft.com/office/officeart/2005/8/colors/accent0_3" csCatId="mainScheme" phldr="1"/>
      <dgm:spPr/>
      <dgm:t>
        <a:bodyPr/>
        <a:lstStyle/>
        <a:p>
          <a:endParaRPr lang="en-US"/>
        </a:p>
      </dgm:t>
    </dgm:pt>
    <dgm:pt modelId="{8350C51F-4EDC-40C5-8892-4CA487052790}">
      <dgm:prSet/>
      <dgm:spPr/>
      <dgm:t>
        <a:bodyPr/>
        <a:lstStyle/>
        <a:p>
          <a:r>
            <a:rPr lang="en-US"/>
            <a:t>Digital Tools Integration: Use of IoT, AI, and predictive analytics for real-time data and demand forecasting.</a:t>
          </a:r>
        </a:p>
      </dgm:t>
    </dgm:pt>
    <dgm:pt modelId="{909262D3-3D4F-4409-9BA0-D1350FF2FA25}" type="parTrans" cxnId="{1B644668-FB5F-45F2-90DC-F51102BA8349}">
      <dgm:prSet/>
      <dgm:spPr/>
      <dgm:t>
        <a:bodyPr/>
        <a:lstStyle/>
        <a:p>
          <a:endParaRPr lang="en-US"/>
        </a:p>
      </dgm:t>
    </dgm:pt>
    <dgm:pt modelId="{608C4797-C189-429A-B159-9BE3CF8774D4}" type="sibTrans" cxnId="{1B644668-FB5F-45F2-90DC-F51102BA8349}">
      <dgm:prSet/>
      <dgm:spPr/>
      <dgm:t>
        <a:bodyPr/>
        <a:lstStyle/>
        <a:p>
          <a:endParaRPr lang="en-US"/>
        </a:p>
      </dgm:t>
    </dgm:pt>
    <dgm:pt modelId="{53FE9B33-7B6D-4E01-A497-951B9B1FF44B}">
      <dgm:prSet/>
      <dgm:spPr/>
      <dgm:t>
        <a:bodyPr/>
        <a:lstStyle/>
        <a:p>
          <a:r>
            <a:rPr lang="en-US"/>
            <a:t>Sustainability Focus: Lean’s emphasis on waste reduction aligns with sustainability goals.</a:t>
          </a:r>
        </a:p>
      </dgm:t>
    </dgm:pt>
    <dgm:pt modelId="{16790A5E-E3CB-4BF2-9D6E-B2224575F9A3}" type="parTrans" cxnId="{594EB39C-0332-47BC-B17E-FA5D68E5CB31}">
      <dgm:prSet/>
      <dgm:spPr/>
      <dgm:t>
        <a:bodyPr/>
        <a:lstStyle/>
        <a:p>
          <a:endParaRPr lang="en-US"/>
        </a:p>
      </dgm:t>
    </dgm:pt>
    <dgm:pt modelId="{4537BB5A-1FA3-4930-BD8F-67D0D6F8212E}" type="sibTrans" cxnId="{594EB39C-0332-47BC-B17E-FA5D68E5CB31}">
      <dgm:prSet/>
      <dgm:spPr/>
      <dgm:t>
        <a:bodyPr/>
        <a:lstStyle/>
        <a:p>
          <a:endParaRPr lang="en-US"/>
        </a:p>
      </dgm:t>
    </dgm:pt>
    <dgm:pt modelId="{503FF1A2-B52A-42F7-A17E-0ACB212D295F}">
      <dgm:prSet/>
      <dgm:spPr/>
      <dgm:t>
        <a:bodyPr/>
        <a:lstStyle/>
        <a:p>
          <a:r>
            <a:rPr lang="en-US"/>
            <a:t>Greater Collaboration with Suppliers: Lean encourages ongoing partnerships that adapt to industry trends.</a:t>
          </a:r>
        </a:p>
      </dgm:t>
    </dgm:pt>
    <dgm:pt modelId="{C016FFCF-3D5F-4EA6-AA93-081A160BE1ED}" type="parTrans" cxnId="{A5532351-BB10-4CFC-9DA7-ED178BCEA201}">
      <dgm:prSet/>
      <dgm:spPr/>
      <dgm:t>
        <a:bodyPr/>
        <a:lstStyle/>
        <a:p>
          <a:endParaRPr lang="en-US"/>
        </a:p>
      </dgm:t>
    </dgm:pt>
    <dgm:pt modelId="{8AA5C918-AC4C-4E76-92AA-9DF7CB7416B9}" type="sibTrans" cxnId="{A5532351-BB10-4CFC-9DA7-ED178BCEA201}">
      <dgm:prSet/>
      <dgm:spPr/>
      <dgm:t>
        <a:bodyPr/>
        <a:lstStyle/>
        <a:p>
          <a:endParaRPr lang="en-US"/>
        </a:p>
      </dgm:t>
    </dgm:pt>
    <dgm:pt modelId="{2EA223A5-7A94-4149-97B1-D679372107CC}">
      <dgm:prSet/>
      <dgm:spPr/>
      <dgm:t>
        <a:bodyPr/>
        <a:lstStyle/>
        <a:p>
          <a:r>
            <a:rPr lang="en-US"/>
            <a:t>Continuous Improvement: Kaizen mindset helps companies stay competitive as market demands evolve.</a:t>
          </a:r>
        </a:p>
      </dgm:t>
    </dgm:pt>
    <dgm:pt modelId="{D5A53DC8-DFEB-4282-8B7C-31E47524C6B0}" type="parTrans" cxnId="{EE15471B-17A5-4F46-A9E5-371A6E889A9E}">
      <dgm:prSet/>
      <dgm:spPr/>
      <dgm:t>
        <a:bodyPr/>
        <a:lstStyle/>
        <a:p>
          <a:endParaRPr lang="en-US"/>
        </a:p>
      </dgm:t>
    </dgm:pt>
    <dgm:pt modelId="{2B39D154-A458-46D6-A4B3-D8E9E5BB4AA1}" type="sibTrans" cxnId="{EE15471B-17A5-4F46-A9E5-371A6E889A9E}">
      <dgm:prSet/>
      <dgm:spPr/>
      <dgm:t>
        <a:bodyPr/>
        <a:lstStyle/>
        <a:p>
          <a:endParaRPr lang="en-US"/>
        </a:p>
      </dgm:t>
    </dgm:pt>
    <dgm:pt modelId="{E3A0424B-A0D2-1344-92AD-C1BD471B7E5C}" type="pres">
      <dgm:prSet presAssocID="{DE7A4102-DBEB-458C-B245-EF7FC7FFE9E7}" presName="outerComposite" presStyleCnt="0">
        <dgm:presLayoutVars>
          <dgm:chMax val="5"/>
          <dgm:dir/>
          <dgm:resizeHandles val="exact"/>
        </dgm:presLayoutVars>
      </dgm:prSet>
      <dgm:spPr/>
    </dgm:pt>
    <dgm:pt modelId="{2012361F-52C5-944A-AA58-2280C45DC7CF}" type="pres">
      <dgm:prSet presAssocID="{DE7A4102-DBEB-458C-B245-EF7FC7FFE9E7}" presName="dummyMaxCanvas" presStyleCnt="0">
        <dgm:presLayoutVars/>
      </dgm:prSet>
      <dgm:spPr/>
    </dgm:pt>
    <dgm:pt modelId="{13129FFB-191A-864E-A141-EC72AF92B8F3}" type="pres">
      <dgm:prSet presAssocID="{DE7A4102-DBEB-458C-B245-EF7FC7FFE9E7}" presName="FourNodes_1" presStyleLbl="node1" presStyleIdx="0" presStyleCnt="4">
        <dgm:presLayoutVars>
          <dgm:bulletEnabled val="1"/>
        </dgm:presLayoutVars>
      </dgm:prSet>
      <dgm:spPr/>
    </dgm:pt>
    <dgm:pt modelId="{9C1A6F6D-0B6D-B346-A56E-D2EB6B94F87A}" type="pres">
      <dgm:prSet presAssocID="{DE7A4102-DBEB-458C-B245-EF7FC7FFE9E7}" presName="FourNodes_2" presStyleLbl="node1" presStyleIdx="1" presStyleCnt="4">
        <dgm:presLayoutVars>
          <dgm:bulletEnabled val="1"/>
        </dgm:presLayoutVars>
      </dgm:prSet>
      <dgm:spPr/>
    </dgm:pt>
    <dgm:pt modelId="{14F196CF-0D33-4C49-9DF9-D2F59CCC0E65}" type="pres">
      <dgm:prSet presAssocID="{DE7A4102-DBEB-458C-B245-EF7FC7FFE9E7}" presName="FourNodes_3" presStyleLbl="node1" presStyleIdx="2" presStyleCnt="4">
        <dgm:presLayoutVars>
          <dgm:bulletEnabled val="1"/>
        </dgm:presLayoutVars>
      </dgm:prSet>
      <dgm:spPr/>
    </dgm:pt>
    <dgm:pt modelId="{15801C00-F3B3-4F48-9040-3E3EEA601A46}" type="pres">
      <dgm:prSet presAssocID="{DE7A4102-DBEB-458C-B245-EF7FC7FFE9E7}" presName="FourNodes_4" presStyleLbl="node1" presStyleIdx="3" presStyleCnt="4">
        <dgm:presLayoutVars>
          <dgm:bulletEnabled val="1"/>
        </dgm:presLayoutVars>
      </dgm:prSet>
      <dgm:spPr/>
    </dgm:pt>
    <dgm:pt modelId="{898EB9E0-2B1C-7E43-BCD5-C62886460B52}" type="pres">
      <dgm:prSet presAssocID="{DE7A4102-DBEB-458C-B245-EF7FC7FFE9E7}" presName="FourConn_1-2" presStyleLbl="fgAccFollowNode1" presStyleIdx="0" presStyleCnt="3">
        <dgm:presLayoutVars>
          <dgm:bulletEnabled val="1"/>
        </dgm:presLayoutVars>
      </dgm:prSet>
      <dgm:spPr/>
    </dgm:pt>
    <dgm:pt modelId="{EBF9316A-D237-1749-8CC6-517EB3A07FB9}" type="pres">
      <dgm:prSet presAssocID="{DE7A4102-DBEB-458C-B245-EF7FC7FFE9E7}" presName="FourConn_2-3" presStyleLbl="fgAccFollowNode1" presStyleIdx="1" presStyleCnt="3">
        <dgm:presLayoutVars>
          <dgm:bulletEnabled val="1"/>
        </dgm:presLayoutVars>
      </dgm:prSet>
      <dgm:spPr/>
    </dgm:pt>
    <dgm:pt modelId="{C2D5D421-3738-944F-9424-6D5BFC66EA34}" type="pres">
      <dgm:prSet presAssocID="{DE7A4102-DBEB-458C-B245-EF7FC7FFE9E7}" presName="FourConn_3-4" presStyleLbl="fgAccFollowNode1" presStyleIdx="2" presStyleCnt="3">
        <dgm:presLayoutVars>
          <dgm:bulletEnabled val="1"/>
        </dgm:presLayoutVars>
      </dgm:prSet>
      <dgm:spPr/>
    </dgm:pt>
    <dgm:pt modelId="{9B8F6B82-B58F-4B47-9E3F-3C39FFC07901}" type="pres">
      <dgm:prSet presAssocID="{DE7A4102-DBEB-458C-B245-EF7FC7FFE9E7}" presName="FourNodes_1_text" presStyleLbl="node1" presStyleIdx="3" presStyleCnt="4">
        <dgm:presLayoutVars>
          <dgm:bulletEnabled val="1"/>
        </dgm:presLayoutVars>
      </dgm:prSet>
      <dgm:spPr/>
    </dgm:pt>
    <dgm:pt modelId="{C8A29AE6-2E67-EF41-9144-5E4FD1CF8B54}" type="pres">
      <dgm:prSet presAssocID="{DE7A4102-DBEB-458C-B245-EF7FC7FFE9E7}" presName="FourNodes_2_text" presStyleLbl="node1" presStyleIdx="3" presStyleCnt="4">
        <dgm:presLayoutVars>
          <dgm:bulletEnabled val="1"/>
        </dgm:presLayoutVars>
      </dgm:prSet>
      <dgm:spPr/>
    </dgm:pt>
    <dgm:pt modelId="{C2C60C54-039F-1A41-B1CA-7748673F3785}" type="pres">
      <dgm:prSet presAssocID="{DE7A4102-DBEB-458C-B245-EF7FC7FFE9E7}" presName="FourNodes_3_text" presStyleLbl="node1" presStyleIdx="3" presStyleCnt="4">
        <dgm:presLayoutVars>
          <dgm:bulletEnabled val="1"/>
        </dgm:presLayoutVars>
      </dgm:prSet>
      <dgm:spPr/>
    </dgm:pt>
    <dgm:pt modelId="{19F00B1C-B9A0-1346-8B88-81BBF54B84C6}" type="pres">
      <dgm:prSet presAssocID="{DE7A4102-DBEB-458C-B245-EF7FC7FFE9E7}" presName="FourNodes_4_text" presStyleLbl="node1" presStyleIdx="3" presStyleCnt="4">
        <dgm:presLayoutVars>
          <dgm:bulletEnabled val="1"/>
        </dgm:presLayoutVars>
      </dgm:prSet>
      <dgm:spPr/>
    </dgm:pt>
  </dgm:ptLst>
  <dgm:cxnLst>
    <dgm:cxn modelId="{EF13C114-92F4-0148-A321-2EF9AE670F2D}" type="presOf" srcId="{8350C51F-4EDC-40C5-8892-4CA487052790}" destId="{13129FFB-191A-864E-A141-EC72AF92B8F3}" srcOrd="0" destOrd="0" presId="urn:microsoft.com/office/officeart/2005/8/layout/vProcess5"/>
    <dgm:cxn modelId="{EE15471B-17A5-4F46-A9E5-371A6E889A9E}" srcId="{DE7A4102-DBEB-458C-B245-EF7FC7FFE9E7}" destId="{2EA223A5-7A94-4149-97B1-D679372107CC}" srcOrd="3" destOrd="0" parTransId="{D5A53DC8-DFEB-4282-8B7C-31E47524C6B0}" sibTransId="{2B39D154-A458-46D6-A4B3-D8E9E5BB4AA1}"/>
    <dgm:cxn modelId="{90771529-C6B7-4544-BFB5-B4BEACE2FB79}" type="presOf" srcId="{503FF1A2-B52A-42F7-A17E-0ACB212D295F}" destId="{C2C60C54-039F-1A41-B1CA-7748673F3785}" srcOrd="1" destOrd="0" presId="urn:microsoft.com/office/officeart/2005/8/layout/vProcess5"/>
    <dgm:cxn modelId="{F5B81931-1DB7-454C-934E-BAB50B032D7F}" type="presOf" srcId="{608C4797-C189-429A-B159-9BE3CF8774D4}" destId="{898EB9E0-2B1C-7E43-BCD5-C62886460B52}" srcOrd="0" destOrd="0" presId="urn:microsoft.com/office/officeart/2005/8/layout/vProcess5"/>
    <dgm:cxn modelId="{60264432-5688-2E47-9381-6F6802675CE3}" type="presOf" srcId="{8350C51F-4EDC-40C5-8892-4CA487052790}" destId="{9B8F6B82-B58F-4B47-9E3F-3C39FFC07901}" srcOrd="1" destOrd="0" presId="urn:microsoft.com/office/officeart/2005/8/layout/vProcess5"/>
    <dgm:cxn modelId="{0806BA32-ED3F-354B-8DF6-AB401733B7EA}" type="presOf" srcId="{DE7A4102-DBEB-458C-B245-EF7FC7FFE9E7}" destId="{E3A0424B-A0D2-1344-92AD-C1BD471B7E5C}" srcOrd="0" destOrd="0" presId="urn:microsoft.com/office/officeart/2005/8/layout/vProcess5"/>
    <dgm:cxn modelId="{62503A34-D913-E845-B861-96BEE7686CCC}" type="presOf" srcId="{53FE9B33-7B6D-4E01-A497-951B9B1FF44B}" destId="{9C1A6F6D-0B6D-B346-A56E-D2EB6B94F87A}" srcOrd="0" destOrd="0" presId="urn:microsoft.com/office/officeart/2005/8/layout/vProcess5"/>
    <dgm:cxn modelId="{0FAD4A48-8FEB-874B-81B1-0BC92B0E3F09}" type="presOf" srcId="{53FE9B33-7B6D-4E01-A497-951B9B1FF44B}" destId="{C8A29AE6-2E67-EF41-9144-5E4FD1CF8B54}" srcOrd="1" destOrd="0" presId="urn:microsoft.com/office/officeart/2005/8/layout/vProcess5"/>
    <dgm:cxn modelId="{A5532351-BB10-4CFC-9DA7-ED178BCEA201}" srcId="{DE7A4102-DBEB-458C-B245-EF7FC7FFE9E7}" destId="{503FF1A2-B52A-42F7-A17E-0ACB212D295F}" srcOrd="2" destOrd="0" parTransId="{C016FFCF-3D5F-4EA6-AA93-081A160BE1ED}" sibTransId="{8AA5C918-AC4C-4E76-92AA-9DF7CB7416B9}"/>
    <dgm:cxn modelId="{340A6759-0B83-4646-9093-54062EAB08E7}" type="presOf" srcId="{4537BB5A-1FA3-4930-BD8F-67D0D6F8212E}" destId="{EBF9316A-D237-1749-8CC6-517EB3A07FB9}" srcOrd="0" destOrd="0" presId="urn:microsoft.com/office/officeart/2005/8/layout/vProcess5"/>
    <dgm:cxn modelId="{1B644668-FB5F-45F2-90DC-F51102BA8349}" srcId="{DE7A4102-DBEB-458C-B245-EF7FC7FFE9E7}" destId="{8350C51F-4EDC-40C5-8892-4CA487052790}" srcOrd="0" destOrd="0" parTransId="{909262D3-3D4F-4409-9BA0-D1350FF2FA25}" sibTransId="{608C4797-C189-429A-B159-9BE3CF8774D4}"/>
    <dgm:cxn modelId="{5BFC7A70-E7F4-DC41-B0E9-92517E59666A}" type="presOf" srcId="{2EA223A5-7A94-4149-97B1-D679372107CC}" destId="{15801C00-F3B3-4F48-9040-3E3EEA601A46}" srcOrd="0" destOrd="0" presId="urn:microsoft.com/office/officeart/2005/8/layout/vProcess5"/>
    <dgm:cxn modelId="{594EB39C-0332-47BC-B17E-FA5D68E5CB31}" srcId="{DE7A4102-DBEB-458C-B245-EF7FC7FFE9E7}" destId="{53FE9B33-7B6D-4E01-A497-951B9B1FF44B}" srcOrd="1" destOrd="0" parTransId="{16790A5E-E3CB-4BF2-9D6E-B2224575F9A3}" sibTransId="{4537BB5A-1FA3-4930-BD8F-67D0D6F8212E}"/>
    <dgm:cxn modelId="{212120A5-7746-534C-B859-D9CB94DD145A}" type="presOf" srcId="{2EA223A5-7A94-4149-97B1-D679372107CC}" destId="{19F00B1C-B9A0-1346-8B88-81BBF54B84C6}" srcOrd="1" destOrd="0" presId="urn:microsoft.com/office/officeart/2005/8/layout/vProcess5"/>
    <dgm:cxn modelId="{6B75DCB1-5159-CD47-BCBB-6B7A300EE2EF}" type="presOf" srcId="{503FF1A2-B52A-42F7-A17E-0ACB212D295F}" destId="{14F196CF-0D33-4C49-9DF9-D2F59CCC0E65}" srcOrd="0" destOrd="0" presId="urn:microsoft.com/office/officeart/2005/8/layout/vProcess5"/>
    <dgm:cxn modelId="{0CEF79E2-71E9-D04A-9B7E-C70871047B0D}" type="presOf" srcId="{8AA5C918-AC4C-4E76-92AA-9DF7CB7416B9}" destId="{C2D5D421-3738-944F-9424-6D5BFC66EA34}" srcOrd="0" destOrd="0" presId="urn:microsoft.com/office/officeart/2005/8/layout/vProcess5"/>
    <dgm:cxn modelId="{8F7E1EE0-3C58-ED4A-A423-28870D42A0E3}" type="presParOf" srcId="{E3A0424B-A0D2-1344-92AD-C1BD471B7E5C}" destId="{2012361F-52C5-944A-AA58-2280C45DC7CF}" srcOrd="0" destOrd="0" presId="urn:microsoft.com/office/officeart/2005/8/layout/vProcess5"/>
    <dgm:cxn modelId="{C1FDA74F-9862-404F-9C7A-983DA69A722E}" type="presParOf" srcId="{E3A0424B-A0D2-1344-92AD-C1BD471B7E5C}" destId="{13129FFB-191A-864E-A141-EC72AF92B8F3}" srcOrd="1" destOrd="0" presId="urn:microsoft.com/office/officeart/2005/8/layout/vProcess5"/>
    <dgm:cxn modelId="{95EC4334-D49D-6244-A659-FA7456F2BD70}" type="presParOf" srcId="{E3A0424B-A0D2-1344-92AD-C1BD471B7E5C}" destId="{9C1A6F6D-0B6D-B346-A56E-D2EB6B94F87A}" srcOrd="2" destOrd="0" presId="urn:microsoft.com/office/officeart/2005/8/layout/vProcess5"/>
    <dgm:cxn modelId="{371B1632-CC1F-564C-8B87-06134DCB4DD7}" type="presParOf" srcId="{E3A0424B-A0D2-1344-92AD-C1BD471B7E5C}" destId="{14F196CF-0D33-4C49-9DF9-D2F59CCC0E65}" srcOrd="3" destOrd="0" presId="urn:microsoft.com/office/officeart/2005/8/layout/vProcess5"/>
    <dgm:cxn modelId="{B20D65B9-FCAA-0742-9C05-916798DB5241}" type="presParOf" srcId="{E3A0424B-A0D2-1344-92AD-C1BD471B7E5C}" destId="{15801C00-F3B3-4F48-9040-3E3EEA601A46}" srcOrd="4" destOrd="0" presId="urn:microsoft.com/office/officeart/2005/8/layout/vProcess5"/>
    <dgm:cxn modelId="{F2C7D18F-8A79-2B41-ADA9-F905418FFEA0}" type="presParOf" srcId="{E3A0424B-A0D2-1344-92AD-C1BD471B7E5C}" destId="{898EB9E0-2B1C-7E43-BCD5-C62886460B52}" srcOrd="5" destOrd="0" presId="urn:microsoft.com/office/officeart/2005/8/layout/vProcess5"/>
    <dgm:cxn modelId="{E8D3ECEE-D9CA-7A41-B5DD-CA068E202BC5}" type="presParOf" srcId="{E3A0424B-A0D2-1344-92AD-C1BD471B7E5C}" destId="{EBF9316A-D237-1749-8CC6-517EB3A07FB9}" srcOrd="6" destOrd="0" presId="urn:microsoft.com/office/officeart/2005/8/layout/vProcess5"/>
    <dgm:cxn modelId="{A2E1BCBB-5441-B243-8F62-B5425437DAA7}" type="presParOf" srcId="{E3A0424B-A0D2-1344-92AD-C1BD471B7E5C}" destId="{C2D5D421-3738-944F-9424-6D5BFC66EA34}" srcOrd="7" destOrd="0" presId="urn:microsoft.com/office/officeart/2005/8/layout/vProcess5"/>
    <dgm:cxn modelId="{B7AEB354-CF6E-2A4B-8A71-9A1CE2087D30}" type="presParOf" srcId="{E3A0424B-A0D2-1344-92AD-C1BD471B7E5C}" destId="{9B8F6B82-B58F-4B47-9E3F-3C39FFC07901}" srcOrd="8" destOrd="0" presId="urn:microsoft.com/office/officeart/2005/8/layout/vProcess5"/>
    <dgm:cxn modelId="{5BA40C56-4797-E848-8962-F6F6B68C9EE2}" type="presParOf" srcId="{E3A0424B-A0D2-1344-92AD-C1BD471B7E5C}" destId="{C8A29AE6-2E67-EF41-9144-5E4FD1CF8B54}" srcOrd="9" destOrd="0" presId="urn:microsoft.com/office/officeart/2005/8/layout/vProcess5"/>
    <dgm:cxn modelId="{8DDB0495-2A01-3A41-A108-03E3B5C69D7A}" type="presParOf" srcId="{E3A0424B-A0D2-1344-92AD-C1BD471B7E5C}" destId="{C2C60C54-039F-1A41-B1CA-7748673F3785}" srcOrd="10" destOrd="0" presId="urn:microsoft.com/office/officeart/2005/8/layout/vProcess5"/>
    <dgm:cxn modelId="{6C9F1A63-013E-7745-8B01-1E0C7F463527}" type="presParOf" srcId="{E3A0424B-A0D2-1344-92AD-C1BD471B7E5C}" destId="{19F00B1C-B9A0-1346-8B88-81BBF54B84C6}"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B4D3B04-47B1-462C-81A1-88B2F00779C0}" type="doc">
      <dgm:prSet loTypeId="urn:microsoft.com/office/officeart/2018/2/layout/Icon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FF91B087-CE1E-4819-A856-0A99FC7B384B}">
      <dgm:prSet custT="1"/>
      <dgm:spPr/>
      <dgm:t>
        <a:bodyPr/>
        <a:lstStyle/>
        <a:p>
          <a:pPr>
            <a:lnSpc>
              <a:spcPct val="100000"/>
            </a:lnSpc>
          </a:pPr>
          <a:r>
            <a:rPr lang="en-US" sz="1600"/>
            <a:t>Recap: Lean principles can greatly optimize supply chains in the aftermarket industry, addressing key challenges and improving responsiveness.</a:t>
          </a:r>
          <a:endParaRPr lang="en-US" sz="1600" dirty="0"/>
        </a:p>
      </dgm:t>
    </dgm:pt>
    <dgm:pt modelId="{7A66F358-389C-46E1-A83F-E4B30DE3E9DE}" type="parTrans" cxnId="{01922390-19A1-40DF-83F5-0A02E95035EB}">
      <dgm:prSet/>
      <dgm:spPr/>
      <dgm:t>
        <a:bodyPr/>
        <a:lstStyle/>
        <a:p>
          <a:endParaRPr lang="en-US" sz="2800"/>
        </a:p>
      </dgm:t>
    </dgm:pt>
    <dgm:pt modelId="{1BB53C75-133B-4BBD-9332-CCFEF285CD97}" type="sibTrans" cxnId="{01922390-19A1-40DF-83F5-0A02E95035EB}">
      <dgm:prSet/>
      <dgm:spPr/>
      <dgm:t>
        <a:bodyPr/>
        <a:lstStyle/>
        <a:p>
          <a:pPr>
            <a:lnSpc>
              <a:spcPct val="100000"/>
            </a:lnSpc>
          </a:pPr>
          <a:endParaRPr lang="en-US" sz="2800"/>
        </a:p>
      </dgm:t>
    </dgm:pt>
    <dgm:pt modelId="{EDD556BB-DCCF-4544-A588-7278B7679574}">
      <dgm:prSet custT="1"/>
      <dgm:spPr/>
      <dgm:t>
        <a:bodyPr/>
        <a:lstStyle/>
        <a:p>
          <a:pPr>
            <a:lnSpc>
              <a:spcPct val="100000"/>
            </a:lnSpc>
          </a:pPr>
          <a:r>
            <a:rPr lang="en-US" sz="1600"/>
            <a:t>Key Takeaways: Highlight benefits such as cost savings, improved efficiency, and competitive advantage.</a:t>
          </a:r>
          <a:endParaRPr lang="en-US" sz="1600" dirty="0"/>
        </a:p>
      </dgm:t>
    </dgm:pt>
    <dgm:pt modelId="{13F2DC68-EB4A-46B6-B4E0-F7A4A3D4E177}" type="parTrans" cxnId="{9E0A2FCD-E061-4486-8CA0-CC4108FE2BEF}">
      <dgm:prSet/>
      <dgm:spPr/>
      <dgm:t>
        <a:bodyPr/>
        <a:lstStyle/>
        <a:p>
          <a:endParaRPr lang="en-US" sz="2800"/>
        </a:p>
      </dgm:t>
    </dgm:pt>
    <dgm:pt modelId="{57B5314B-B464-4D32-89B8-229CD45452C9}" type="sibTrans" cxnId="{9E0A2FCD-E061-4486-8CA0-CC4108FE2BEF}">
      <dgm:prSet/>
      <dgm:spPr/>
      <dgm:t>
        <a:bodyPr/>
        <a:lstStyle/>
        <a:p>
          <a:pPr>
            <a:lnSpc>
              <a:spcPct val="100000"/>
            </a:lnSpc>
          </a:pPr>
          <a:endParaRPr lang="en-US" sz="2800"/>
        </a:p>
      </dgm:t>
    </dgm:pt>
    <dgm:pt modelId="{61730C8A-03C3-4C97-AE1E-C5E0A577928E}">
      <dgm:prSet custT="1"/>
      <dgm:spPr/>
      <dgm:t>
        <a:bodyPr/>
        <a:lstStyle/>
        <a:p>
          <a:pPr>
            <a:lnSpc>
              <a:spcPct val="100000"/>
            </a:lnSpc>
          </a:pPr>
          <a:r>
            <a:rPr lang="en-US" sz="1600"/>
            <a:t>Final Thought: Adopting Lean is an ongoing journey, requiring commitment to continuous improvement and adaptation.</a:t>
          </a:r>
        </a:p>
      </dgm:t>
    </dgm:pt>
    <dgm:pt modelId="{7CD3A23F-1538-4567-AA14-134AB7DA37D6}" type="parTrans" cxnId="{AE85E3EF-D2AA-44A2-8551-F60A0F5BF51C}">
      <dgm:prSet/>
      <dgm:spPr/>
      <dgm:t>
        <a:bodyPr/>
        <a:lstStyle/>
        <a:p>
          <a:endParaRPr lang="en-US" sz="2800"/>
        </a:p>
      </dgm:t>
    </dgm:pt>
    <dgm:pt modelId="{64021955-B792-4634-BB67-C28E2A66DDAF}" type="sibTrans" cxnId="{AE85E3EF-D2AA-44A2-8551-F60A0F5BF51C}">
      <dgm:prSet/>
      <dgm:spPr/>
      <dgm:t>
        <a:bodyPr/>
        <a:lstStyle/>
        <a:p>
          <a:endParaRPr lang="en-US" sz="2800"/>
        </a:p>
      </dgm:t>
    </dgm:pt>
    <dgm:pt modelId="{A7DB9251-3AD7-402A-B5CA-8C5323FCC0CA}" type="pres">
      <dgm:prSet presAssocID="{4B4D3B04-47B1-462C-81A1-88B2F00779C0}" presName="root" presStyleCnt="0">
        <dgm:presLayoutVars>
          <dgm:dir/>
          <dgm:resizeHandles val="exact"/>
        </dgm:presLayoutVars>
      </dgm:prSet>
      <dgm:spPr/>
    </dgm:pt>
    <dgm:pt modelId="{BF701331-99EE-44C8-BE8F-CEB80C88EBE7}" type="pres">
      <dgm:prSet presAssocID="{FF91B087-CE1E-4819-A856-0A99FC7B384B}" presName="compNode" presStyleCnt="0"/>
      <dgm:spPr/>
    </dgm:pt>
    <dgm:pt modelId="{FCAA2DB2-468F-4552-9C33-2DBA35148D8E}" type="pres">
      <dgm:prSet presAssocID="{FF91B087-CE1E-4819-A856-0A99FC7B384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25F20294-E38A-4C26-BAEE-DCF303FDD4C8}" type="pres">
      <dgm:prSet presAssocID="{FF91B087-CE1E-4819-A856-0A99FC7B384B}" presName="spaceRect" presStyleCnt="0"/>
      <dgm:spPr/>
    </dgm:pt>
    <dgm:pt modelId="{BC0555B8-7CBC-4810-AF5D-1D679733FF65}" type="pres">
      <dgm:prSet presAssocID="{FF91B087-CE1E-4819-A856-0A99FC7B384B}" presName="textRect" presStyleLbl="revTx" presStyleIdx="0" presStyleCnt="3">
        <dgm:presLayoutVars>
          <dgm:chMax val="1"/>
          <dgm:chPref val="1"/>
        </dgm:presLayoutVars>
      </dgm:prSet>
      <dgm:spPr/>
    </dgm:pt>
    <dgm:pt modelId="{7250EF9B-CE17-4157-8A63-E7D273EEB4EB}" type="pres">
      <dgm:prSet presAssocID="{1BB53C75-133B-4BBD-9332-CCFEF285CD97}" presName="sibTrans" presStyleCnt="0"/>
      <dgm:spPr/>
    </dgm:pt>
    <dgm:pt modelId="{FCD7B1A3-C624-48BC-ACE7-58164E8A6340}" type="pres">
      <dgm:prSet presAssocID="{EDD556BB-DCCF-4544-A588-7278B7679574}" presName="compNode" presStyleCnt="0"/>
      <dgm:spPr/>
    </dgm:pt>
    <dgm:pt modelId="{2996BBD7-4A6A-49DD-99FA-9BF21A0B6381}" type="pres">
      <dgm:prSet presAssocID="{EDD556BB-DCCF-4544-A588-7278B767957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017BF900-43ED-4DF2-B6FB-08291AA6F0A4}" type="pres">
      <dgm:prSet presAssocID="{EDD556BB-DCCF-4544-A588-7278B7679574}" presName="spaceRect" presStyleCnt="0"/>
      <dgm:spPr/>
    </dgm:pt>
    <dgm:pt modelId="{170D8024-2CF6-4DF6-B23C-E6E45042215A}" type="pres">
      <dgm:prSet presAssocID="{EDD556BB-DCCF-4544-A588-7278B7679574}" presName="textRect" presStyleLbl="revTx" presStyleIdx="1" presStyleCnt="3">
        <dgm:presLayoutVars>
          <dgm:chMax val="1"/>
          <dgm:chPref val="1"/>
        </dgm:presLayoutVars>
      </dgm:prSet>
      <dgm:spPr/>
    </dgm:pt>
    <dgm:pt modelId="{55A33DDA-3A62-4C0C-8CE5-270888F1FC24}" type="pres">
      <dgm:prSet presAssocID="{57B5314B-B464-4D32-89B8-229CD45452C9}" presName="sibTrans" presStyleCnt="0"/>
      <dgm:spPr/>
    </dgm:pt>
    <dgm:pt modelId="{3D84716A-C85D-45B5-92AB-2B2D70651E86}" type="pres">
      <dgm:prSet presAssocID="{61730C8A-03C3-4C97-AE1E-C5E0A577928E}" presName="compNode" presStyleCnt="0"/>
      <dgm:spPr/>
    </dgm:pt>
    <dgm:pt modelId="{2583C8AA-4AE4-4175-8505-6C970F3D06EE}" type="pres">
      <dgm:prSet presAssocID="{61730C8A-03C3-4C97-AE1E-C5E0A577928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667E5F2E-A9F0-4F5F-8BD5-E3699C5B62DD}" type="pres">
      <dgm:prSet presAssocID="{61730C8A-03C3-4C97-AE1E-C5E0A577928E}" presName="spaceRect" presStyleCnt="0"/>
      <dgm:spPr/>
    </dgm:pt>
    <dgm:pt modelId="{D491E73F-A572-435E-A18C-89A715D042F4}" type="pres">
      <dgm:prSet presAssocID="{61730C8A-03C3-4C97-AE1E-C5E0A577928E}" presName="textRect" presStyleLbl="revTx" presStyleIdx="2" presStyleCnt="3">
        <dgm:presLayoutVars>
          <dgm:chMax val="1"/>
          <dgm:chPref val="1"/>
        </dgm:presLayoutVars>
      </dgm:prSet>
      <dgm:spPr/>
    </dgm:pt>
  </dgm:ptLst>
  <dgm:cxnLst>
    <dgm:cxn modelId="{708CBD63-E4C9-4E48-82E2-AC91A02BF882}" type="presOf" srcId="{61730C8A-03C3-4C97-AE1E-C5E0A577928E}" destId="{D491E73F-A572-435E-A18C-89A715D042F4}" srcOrd="0" destOrd="0" presId="urn:microsoft.com/office/officeart/2018/2/layout/IconLabelList"/>
    <dgm:cxn modelId="{D84F8E69-2221-DA44-AA77-752ECEB87958}" type="presOf" srcId="{4B4D3B04-47B1-462C-81A1-88B2F00779C0}" destId="{A7DB9251-3AD7-402A-B5CA-8C5323FCC0CA}" srcOrd="0" destOrd="0" presId="urn:microsoft.com/office/officeart/2018/2/layout/IconLabelList"/>
    <dgm:cxn modelId="{01922390-19A1-40DF-83F5-0A02E95035EB}" srcId="{4B4D3B04-47B1-462C-81A1-88B2F00779C0}" destId="{FF91B087-CE1E-4819-A856-0A99FC7B384B}" srcOrd="0" destOrd="0" parTransId="{7A66F358-389C-46E1-A83F-E4B30DE3E9DE}" sibTransId="{1BB53C75-133B-4BBD-9332-CCFEF285CD97}"/>
    <dgm:cxn modelId="{1D3B6BA9-7371-D94D-A2A6-438B6AA04A4C}" type="presOf" srcId="{FF91B087-CE1E-4819-A856-0A99FC7B384B}" destId="{BC0555B8-7CBC-4810-AF5D-1D679733FF65}" srcOrd="0" destOrd="0" presId="urn:microsoft.com/office/officeart/2018/2/layout/IconLabelList"/>
    <dgm:cxn modelId="{9E0A2FCD-E061-4486-8CA0-CC4108FE2BEF}" srcId="{4B4D3B04-47B1-462C-81A1-88B2F00779C0}" destId="{EDD556BB-DCCF-4544-A588-7278B7679574}" srcOrd="1" destOrd="0" parTransId="{13F2DC68-EB4A-46B6-B4E0-F7A4A3D4E177}" sibTransId="{57B5314B-B464-4D32-89B8-229CD45452C9}"/>
    <dgm:cxn modelId="{AE85E3EF-D2AA-44A2-8551-F60A0F5BF51C}" srcId="{4B4D3B04-47B1-462C-81A1-88B2F00779C0}" destId="{61730C8A-03C3-4C97-AE1E-C5E0A577928E}" srcOrd="2" destOrd="0" parTransId="{7CD3A23F-1538-4567-AA14-134AB7DA37D6}" sibTransId="{64021955-B792-4634-BB67-C28E2A66DDAF}"/>
    <dgm:cxn modelId="{635415F4-A0FF-1948-900B-04BF7D43BEAC}" type="presOf" srcId="{EDD556BB-DCCF-4544-A588-7278B7679574}" destId="{170D8024-2CF6-4DF6-B23C-E6E45042215A}" srcOrd="0" destOrd="0" presId="urn:microsoft.com/office/officeart/2018/2/layout/IconLabelList"/>
    <dgm:cxn modelId="{8A4C1224-75FE-4747-821B-BED20CD8746B}" type="presParOf" srcId="{A7DB9251-3AD7-402A-B5CA-8C5323FCC0CA}" destId="{BF701331-99EE-44C8-BE8F-CEB80C88EBE7}" srcOrd="0" destOrd="0" presId="urn:microsoft.com/office/officeart/2018/2/layout/IconLabelList"/>
    <dgm:cxn modelId="{C8663C33-5DA0-9B4E-BE69-8FD74F122A77}" type="presParOf" srcId="{BF701331-99EE-44C8-BE8F-CEB80C88EBE7}" destId="{FCAA2DB2-468F-4552-9C33-2DBA35148D8E}" srcOrd="0" destOrd="0" presId="urn:microsoft.com/office/officeart/2018/2/layout/IconLabelList"/>
    <dgm:cxn modelId="{CF10CE7F-0537-AD43-BDD4-33E6B11DFD8E}" type="presParOf" srcId="{BF701331-99EE-44C8-BE8F-CEB80C88EBE7}" destId="{25F20294-E38A-4C26-BAEE-DCF303FDD4C8}" srcOrd="1" destOrd="0" presId="urn:microsoft.com/office/officeart/2018/2/layout/IconLabelList"/>
    <dgm:cxn modelId="{6D9B3CE6-77C8-0141-B52B-D23609C761A1}" type="presParOf" srcId="{BF701331-99EE-44C8-BE8F-CEB80C88EBE7}" destId="{BC0555B8-7CBC-4810-AF5D-1D679733FF65}" srcOrd="2" destOrd="0" presId="urn:microsoft.com/office/officeart/2018/2/layout/IconLabelList"/>
    <dgm:cxn modelId="{432095D3-A843-B041-9DEF-EA3146BE9D8C}" type="presParOf" srcId="{A7DB9251-3AD7-402A-B5CA-8C5323FCC0CA}" destId="{7250EF9B-CE17-4157-8A63-E7D273EEB4EB}" srcOrd="1" destOrd="0" presId="urn:microsoft.com/office/officeart/2018/2/layout/IconLabelList"/>
    <dgm:cxn modelId="{8FCB6BCF-17DF-0841-AD39-C00A83AE61C2}" type="presParOf" srcId="{A7DB9251-3AD7-402A-B5CA-8C5323FCC0CA}" destId="{FCD7B1A3-C624-48BC-ACE7-58164E8A6340}" srcOrd="2" destOrd="0" presId="urn:microsoft.com/office/officeart/2018/2/layout/IconLabelList"/>
    <dgm:cxn modelId="{826C7932-F3D6-4A42-9537-535D0C874AAB}" type="presParOf" srcId="{FCD7B1A3-C624-48BC-ACE7-58164E8A6340}" destId="{2996BBD7-4A6A-49DD-99FA-9BF21A0B6381}" srcOrd="0" destOrd="0" presId="urn:microsoft.com/office/officeart/2018/2/layout/IconLabelList"/>
    <dgm:cxn modelId="{A449A1A8-189C-424A-BEA1-1ECBC46EB799}" type="presParOf" srcId="{FCD7B1A3-C624-48BC-ACE7-58164E8A6340}" destId="{017BF900-43ED-4DF2-B6FB-08291AA6F0A4}" srcOrd="1" destOrd="0" presId="urn:microsoft.com/office/officeart/2018/2/layout/IconLabelList"/>
    <dgm:cxn modelId="{C562616E-04BE-9743-94B5-60F1FC1155F8}" type="presParOf" srcId="{FCD7B1A3-C624-48BC-ACE7-58164E8A6340}" destId="{170D8024-2CF6-4DF6-B23C-E6E45042215A}" srcOrd="2" destOrd="0" presId="urn:microsoft.com/office/officeart/2018/2/layout/IconLabelList"/>
    <dgm:cxn modelId="{985122B5-AD16-4F43-9914-AF7C9856F2BC}" type="presParOf" srcId="{A7DB9251-3AD7-402A-B5CA-8C5323FCC0CA}" destId="{55A33DDA-3A62-4C0C-8CE5-270888F1FC24}" srcOrd="3" destOrd="0" presId="urn:microsoft.com/office/officeart/2018/2/layout/IconLabelList"/>
    <dgm:cxn modelId="{EA6EB9E1-F5EB-D74B-92BF-E65BEC7F650D}" type="presParOf" srcId="{A7DB9251-3AD7-402A-B5CA-8C5323FCC0CA}" destId="{3D84716A-C85D-45B5-92AB-2B2D70651E86}" srcOrd="4" destOrd="0" presId="urn:microsoft.com/office/officeart/2018/2/layout/IconLabelList"/>
    <dgm:cxn modelId="{D73301C0-106B-C043-927D-1329CBE52982}" type="presParOf" srcId="{3D84716A-C85D-45B5-92AB-2B2D70651E86}" destId="{2583C8AA-4AE4-4175-8505-6C970F3D06EE}" srcOrd="0" destOrd="0" presId="urn:microsoft.com/office/officeart/2018/2/layout/IconLabelList"/>
    <dgm:cxn modelId="{98316279-E96A-9A41-9DCC-FFF9362A01F5}" type="presParOf" srcId="{3D84716A-C85D-45B5-92AB-2B2D70651E86}" destId="{667E5F2E-A9F0-4F5F-8BD5-E3699C5B62DD}" srcOrd="1" destOrd="0" presId="urn:microsoft.com/office/officeart/2018/2/layout/IconLabelList"/>
    <dgm:cxn modelId="{77C61933-DA12-E642-9E15-7DD62FD9B608}" type="presParOf" srcId="{3D84716A-C85D-45B5-92AB-2B2D70651E86}" destId="{D491E73F-A572-435E-A18C-89A715D042F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02C7BA-F106-A645-9AF1-8D0590833E46}">
      <dsp:nvSpPr>
        <dsp:cNvPr id="0" name=""/>
        <dsp:cNvSpPr/>
      </dsp:nvSpPr>
      <dsp:spPr>
        <a:xfrm>
          <a:off x="0" y="2124"/>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30A50D-C5FA-784F-AC15-71B2F2D73757}">
      <dsp:nvSpPr>
        <dsp:cNvPr id="0" name=""/>
        <dsp:cNvSpPr/>
      </dsp:nvSpPr>
      <dsp:spPr>
        <a:xfrm>
          <a:off x="0" y="212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Definition: The aftermarket industry includes all products, services, and parts used after the original sale of a vehicle.</a:t>
          </a:r>
        </a:p>
      </dsp:txBody>
      <dsp:txXfrm>
        <a:off x="0" y="2124"/>
        <a:ext cx="7886700" cy="1449029"/>
      </dsp:txXfrm>
    </dsp:sp>
    <dsp:sp modelId="{5724966E-176B-954E-BADA-D7E8217AFD0B}">
      <dsp:nvSpPr>
        <dsp:cNvPr id="0" name=""/>
        <dsp:cNvSpPr/>
      </dsp:nvSpPr>
      <dsp:spPr>
        <a:xfrm>
          <a:off x="0" y="1451154"/>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DAECAE-C09E-A54C-B357-5BA12F1E2A48}">
      <dsp:nvSpPr>
        <dsp:cNvPr id="0" name=""/>
        <dsp:cNvSpPr/>
      </dsp:nvSpPr>
      <dsp:spPr>
        <a:xfrm>
          <a:off x="0" y="145115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Scope: Replacement parts, accessories, and repair services.</a:t>
          </a:r>
        </a:p>
      </dsp:txBody>
      <dsp:txXfrm>
        <a:off x="0" y="1451154"/>
        <a:ext cx="7886700" cy="1449029"/>
      </dsp:txXfrm>
    </dsp:sp>
    <dsp:sp modelId="{6D8EB3CA-A6A4-3649-9D5E-46D90A1B4529}">
      <dsp:nvSpPr>
        <dsp:cNvPr id="0" name=""/>
        <dsp:cNvSpPr/>
      </dsp:nvSpPr>
      <dsp:spPr>
        <a:xfrm>
          <a:off x="0" y="2454418"/>
          <a:ext cx="78867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8432A0-1BCE-A34E-B9F4-D6178AFC26C7}">
      <dsp:nvSpPr>
        <dsp:cNvPr id="0" name=""/>
        <dsp:cNvSpPr/>
      </dsp:nvSpPr>
      <dsp:spPr>
        <a:xfrm>
          <a:off x="0" y="2454404"/>
          <a:ext cx="78867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Importance: Critical for customer satisfaction, vehicle longevity, and fast, reliable service.</a:t>
          </a:r>
        </a:p>
      </dsp:txBody>
      <dsp:txXfrm>
        <a:off x="0" y="2454404"/>
        <a:ext cx="7886700" cy="14490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383E1-37E3-461A-9A5C-198E778C26E5}">
      <dsp:nvSpPr>
        <dsp:cNvPr id="0" name=""/>
        <dsp:cNvSpPr/>
      </dsp:nvSpPr>
      <dsp:spPr>
        <a:xfrm>
          <a:off x="0" y="231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E06968-B7C3-4EB7-BF23-B043D749812E}">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8CF657-BDA8-46D5-9E0B-83CC8D811EEC}">
      <dsp:nvSpPr>
        <dsp:cNvPr id="0" name=""/>
        <dsp:cNvSpPr/>
      </dsp:nvSpPr>
      <dsp:spPr>
        <a:xfrm>
          <a:off x="1357965" y="231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755650">
            <a:lnSpc>
              <a:spcPct val="100000"/>
            </a:lnSpc>
            <a:spcBef>
              <a:spcPct val="0"/>
            </a:spcBef>
            <a:spcAft>
              <a:spcPct val="35000"/>
            </a:spcAft>
            <a:buNone/>
          </a:pPr>
          <a:r>
            <a:rPr lang="en-US" sz="1700" kern="1200"/>
            <a:t>Inventory Management: Managing a vast variety of parts with unpredictable demand.</a:t>
          </a:r>
        </a:p>
      </dsp:txBody>
      <dsp:txXfrm>
        <a:off x="1357965" y="2319"/>
        <a:ext cx="3325983" cy="1175727"/>
      </dsp:txXfrm>
    </dsp:sp>
    <dsp:sp modelId="{3175025D-E973-42D8-9ECC-8828D654A346}">
      <dsp:nvSpPr>
        <dsp:cNvPr id="0" name=""/>
        <dsp:cNvSpPr/>
      </dsp:nvSpPr>
      <dsp:spPr>
        <a:xfrm>
          <a:off x="0" y="147197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FFA5A1-0C72-49AC-B59D-3FA86FB62CC9}">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C97DFC-8D98-4C4B-9B53-877EB4103EB1}">
      <dsp:nvSpPr>
        <dsp:cNvPr id="0" name=""/>
        <dsp:cNvSpPr/>
      </dsp:nvSpPr>
      <dsp:spPr>
        <a:xfrm>
          <a:off x="1357965" y="147197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755650">
            <a:lnSpc>
              <a:spcPct val="100000"/>
            </a:lnSpc>
            <a:spcBef>
              <a:spcPct val="0"/>
            </a:spcBef>
            <a:spcAft>
              <a:spcPct val="35000"/>
            </a:spcAft>
            <a:buNone/>
          </a:pPr>
          <a:r>
            <a:rPr lang="en-US" sz="1700" kern="1200"/>
            <a:t>High Holding Costs: The cost of storing large inventories and the risk of parts becoming obsolete.</a:t>
          </a:r>
        </a:p>
      </dsp:txBody>
      <dsp:txXfrm>
        <a:off x="1357965" y="1471979"/>
        <a:ext cx="3325983" cy="1175727"/>
      </dsp:txXfrm>
    </dsp:sp>
    <dsp:sp modelId="{799C9FAC-3424-4B97-9EE6-032C5E240ABB}">
      <dsp:nvSpPr>
        <dsp:cNvPr id="0" name=""/>
        <dsp:cNvSpPr/>
      </dsp:nvSpPr>
      <dsp:spPr>
        <a:xfrm>
          <a:off x="0" y="294163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4AB0FF-27B2-4E0A-AF75-11143B0C33CF}">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7CA556A-6BE8-45F9-8B55-49E494482C98}">
      <dsp:nvSpPr>
        <dsp:cNvPr id="0" name=""/>
        <dsp:cNvSpPr/>
      </dsp:nvSpPr>
      <dsp:spPr>
        <a:xfrm>
          <a:off x="1357965" y="294163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755650">
            <a:lnSpc>
              <a:spcPct val="100000"/>
            </a:lnSpc>
            <a:spcBef>
              <a:spcPct val="0"/>
            </a:spcBef>
            <a:spcAft>
              <a:spcPct val="35000"/>
            </a:spcAft>
            <a:buNone/>
          </a:pPr>
          <a:r>
            <a:rPr lang="en-US" sz="1700" kern="1200"/>
            <a:t>Demand Fluctuations: Demand varies based on vehicle age, usage, and seasonal needs.</a:t>
          </a:r>
        </a:p>
      </dsp:txBody>
      <dsp:txXfrm>
        <a:off x="1357965" y="2941639"/>
        <a:ext cx="3325983" cy="1175727"/>
      </dsp:txXfrm>
    </dsp:sp>
    <dsp:sp modelId="{91F3BE75-57A9-498A-87DB-318D7EE8E302}">
      <dsp:nvSpPr>
        <dsp:cNvPr id="0" name=""/>
        <dsp:cNvSpPr/>
      </dsp:nvSpPr>
      <dsp:spPr>
        <a:xfrm>
          <a:off x="0" y="441129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1AEF10-E8FF-479D-9BAD-DDEFC16F1597}">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6265AB-D405-4F22-A373-D1601833DB71}">
      <dsp:nvSpPr>
        <dsp:cNvPr id="0" name=""/>
        <dsp:cNvSpPr/>
      </dsp:nvSpPr>
      <dsp:spPr>
        <a:xfrm>
          <a:off x="1357965" y="441129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755650">
            <a:lnSpc>
              <a:spcPct val="100000"/>
            </a:lnSpc>
            <a:spcBef>
              <a:spcPct val="0"/>
            </a:spcBef>
            <a:spcAft>
              <a:spcPct val="35000"/>
            </a:spcAft>
            <a:buNone/>
          </a:pPr>
          <a:r>
            <a:rPr lang="en-US" sz="1700" kern="1200"/>
            <a:t>Time Sensitivity: Customers expect fast delivery and repair services.</a:t>
          </a:r>
        </a:p>
      </dsp:txBody>
      <dsp:txXfrm>
        <a:off x="1357965" y="4411299"/>
        <a:ext cx="3325983" cy="11757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E7D96F-6988-47E3-82A6-723B5D8741DA}">
      <dsp:nvSpPr>
        <dsp:cNvPr id="0" name=""/>
        <dsp:cNvSpPr/>
      </dsp:nvSpPr>
      <dsp:spPr>
        <a:xfrm>
          <a:off x="1009209" y="717295"/>
          <a:ext cx="1625062" cy="1625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C582C9-FACE-4AE5-9BFB-68F324DD438C}">
      <dsp:nvSpPr>
        <dsp:cNvPr id="0" name=""/>
        <dsp:cNvSpPr/>
      </dsp:nvSpPr>
      <dsp:spPr>
        <a:xfrm>
          <a:off x="16115" y="2780248"/>
          <a:ext cx="361125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Core Principles of Lean: Waste reduction, continuous improvement, and maximizing customer value.</a:t>
          </a:r>
        </a:p>
      </dsp:txBody>
      <dsp:txXfrm>
        <a:off x="16115" y="2780248"/>
        <a:ext cx="3611250" cy="855000"/>
      </dsp:txXfrm>
    </dsp:sp>
    <dsp:sp modelId="{04353465-4C07-4D44-981D-5755655E3D48}">
      <dsp:nvSpPr>
        <dsp:cNvPr id="0" name=""/>
        <dsp:cNvSpPr/>
      </dsp:nvSpPr>
      <dsp:spPr>
        <a:xfrm>
          <a:off x="5252428" y="717295"/>
          <a:ext cx="1625062" cy="1625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9D9F27-8BEE-4957-906B-59EE3985E28E}">
      <dsp:nvSpPr>
        <dsp:cNvPr id="0" name=""/>
        <dsp:cNvSpPr/>
      </dsp:nvSpPr>
      <dsp:spPr>
        <a:xfrm>
          <a:off x="4259334" y="2780248"/>
          <a:ext cx="361125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Goal in Supply Chains: Streamline processes, reduce costs, and improve responsiveness to demand.</a:t>
          </a:r>
        </a:p>
      </dsp:txBody>
      <dsp:txXfrm>
        <a:off x="4259334" y="2780248"/>
        <a:ext cx="3611250" cy="855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8964FC-C3B1-9E46-9608-C8498410C17A}">
      <dsp:nvSpPr>
        <dsp:cNvPr id="0" name=""/>
        <dsp:cNvSpPr/>
      </dsp:nvSpPr>
      <dsp:spPr>
        <a:xfrm>
          <a:off x="2280" y="1002057"/>
          <a:ext cx="1628219" cy="103391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87EE65-E1A6-BD41-961C-5F2E9AAC86AB}">
      <dsp:nvSpPr>
        <dsp:cNvPr id="0" name=""/>
        <dsp:cNvSpPr/>
      </dsp:nvSpPr>
      <dsp:spPr>
        <a:xfrm>
          <a:off x="183193" y="1173925"/>
          <a:ext cx="1628219" cy="103391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en-US" sz="1000" kern="1200" dirty="0"/>
            <a:t>Just-in-Time (JIT): Ensures that inventory levels are aligned closely with demand.</a:t>
          </a:r>
        </a:p>
      </dsp:txBody>
      <dsp:txXfrm>
        <a:off x="213475" y="1204207"/>
        <a:ext cx="1567655" cy="973355"/>
      </dsp:txXfrm>
    </dsp:sp>
    <dsp:sp modelId="{ADA9A22D-4141-1F44-8055-3A6F5D21D946}">
      <dsp:nvSpPr>
        <dsp:cNvPr id="0" name=""/>
        <dsp:cNvSpPr/>
      </dsp:nvSpPr>
      <dsp:spPr>
        <a:xfrm>
          <a:off x="1992326" y="1002057"/>
          <a:ext cx="1628219" cy="103391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F113FC-7922-3C43-9B77-735890AE9573}">
      <dsp:nvSpPr>
        <dsp:cNvPr id="0" name=""/>
        <dsp:cNvSpPr/>
      </dsp:nvSpPr>
      <dsp:spPr>
        <a:xfrm>
          <a:off x="2173239" y="1173925"/>
          <a:ext cx="1628219" cy="103391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en-US" sz="1000" kern="1200"/>
            <a:t>Value Stream Mapping (VSM): Helps visualize processes to identify inefficiencies and waste.</a:t>
          </a:r>
        </a:p>
      </dsp:txBody>
      <dsp:txXfrm>
        <a:off x="2203521" y="1204207"/>
        <a:ext cx="1567655" cy="973355"/>
      </dsp:txXfrm>
    </dsp:sp>
    <dsp:sp modelId="{69A410E0-20D4-7B4B-9124-E8DDFD93BEA1}">
      <dsp:nvSpPr>
        <dsp:cNvPr id="0" name=""/>
        <dsp:cNvSpPr/>
      </dsp:nvSpPr>
      <dsp:spPr>
        <a:xfrm>
          <a:off x="3982371" y="1002057"/>
          <a:ext cx="1628219" cy="103391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DEBCE6-97DC-E546-BE09-257190AAF874}">
      <dsp:nvSpPr>
        <dsp:cNvPr id="0" name=""/>
        <dsp:cNvSpPr/>
      </dsp:nvSpPr>
      <dsp:spPr>
        <a:xfrm>
          <a:off x="4163284" y="1173925"/>
          <a:ext cx="1628219" cy="103391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en-US" sz="1000" kern="1200"/>
            <a:t>Kanban: Uses visual cues to regulate inventory flow, preventing overproduction.</a:t>
          </a:r>
        </a:p>
      </dsp:txBody>
      <dsp:txXfrm>
        <a:off x="4193566" y="1204207"/>
        <a:ext cx="1567655" cy="973355"/>
      </dsp:txXfrm>
    </dsp:sp>
    <dsp:sp modelId="{9E7FA0F9-02D9-CE48-9D2E-CC40FE52EF0B}">
      <dsp:nvSpPr>
        <dsp:cNvPr id="0" name=""/>
        <dsp:cNvSpPr/>
      </dsp:nvSpPr>
      <dsp:spPr>
        <a:xfrm>
          <a:off x="5972417" y="1002057"/>
          <a:ext cx="1628219" cy="103391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5FDFAB-4D48-604E-8BBD-6CC72A97ABED}">
      <dsp:nvSpPr>
        <dsp:cNvPr id="0" name=""/>
        <dsp:cNvSpPr/>
      </dsp:nvSpPr>
      <dsp:spPr>
        <a:xfrm>
          <a:off x="6153330" y="1173925"/>
          <a:ext cx="1628219" cy="103391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ct val="35000"/>
            </a:spcAft>
            <a:buNone/>
          </a:pPr>
          <a:r>
            <a:rPr lang="en-US" sz="1000" kern="1200"/>
            <a:t>Kaizen (Continuous Improvement): Encourages regular small improvements rather than waiting for large-scale changes.</a:t>
          </a:r>
        </a:p>
      </dsp:txBody>
      <dsp:txXfrm>
        <a:off x="6183612" y="1204207"/>
        <a:ext cx="1567655" cy="9733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64E70-9934-40EC-AF62-975A3B12F3DB}">
      <dsp:nvSpPr>
        <dsp:cNvPr id="0" name=""/>
        <dsp:cNvSpPr/>
      </dsp:nvSpPr>
      <dsp:spPr>
        <a:xfrm>
          <a:off x="120914" y="333641"/>
          <a:ext cx="998468" cy="99846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F15503-94A7-4113-929A-A3508D603750}">
      <dsp:nvSpPr>
        <dsp:cNvPr id="0" name=""/>
        <dsp:cNvSpPr/>
      </dsp:nvSpPr>
      <dsp:spPr>
        <a:xfrm>
          <a:off x="330593" y="543319"/>
          <a:ext cx="579111" cy="579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8E1452-6548-4C5C-8DD5-75456EBFBD71}">
      <dsp:nvSpPr>
        <dsp:cNvPr id="0" name=""/>
        <dsp:cNvSpPr/>
      </dsp:nvSpPr>
      <dsp:spPr>
        <a:xfrm>
          <a:off x="1333340" y="333641"/>
          <a:ext cx="2353531" cy="998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Inventory Management with JIT: Reduces excess stock and aligns inventory levels with actual demand.</a:t>
          </a:r>
        </a:p>
      </dsp:txBody>
      <dsp:txXfrm>
        <a:off x="1333340" y="333641"/>
        <a:ext cx="2353531" cy="998468"/>
      </dsp:txXfrm>
    </dsp:sp>
    <dsp:sp modelId="{4285151D-33F9-4F56-ABDC-CFF2C5F0AB23}">
      <dsp:nvSpPr>
        <dsp:cNvPr id="0" name=""/>
        <dsp:cNvSpPr/>
      </dsp:nvSpPr>
      <dsp:spPr>
        <a:xfrm>
          <a:off x="4096957" y="333641"/>
          <a:ext cx="998468" cy="99846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FF94C6-64EF-4B33-9C5A-2784BF6B1738}">
      <dsp:nvSpPr>
        <dsp:cNvPr id="0" name=""/>
        <dsp:cNvSpPr/>
      </dsp:nvSpPr>
      <dsp:spPr>
        <a:xfrm>
          <a:off x="4306635" y="543319"/>
          <a:ext cx="579111" cy="579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39A59C-CC36-414F-92BB-F0F3E1AA443A}">
      <dsp:nvSpPr>
        <dsp:cNvPr id="0" name=""/>
        <dsp:cNvSpPr/>
      </dsp:nvSpPr>
      <dsp:spPr>
        <a:xfrm>
          <a:off x="5309383" y="333641"/>
          <a:ext cx="2353531" cy="998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Streamlined Order Processing with VSM and Kanban: Minimizes lead times by reducing bottlenecks in the ordering process.</a:t>
          </a:r>
        </a:p>
      </dsp:txBody>
      <dsp:txXfrm>
        <a:off x="5309383" y="333641"/>
        <a:ext cx="2353531" cy="998468"/>
      </dsp:txXfrm>
    </dsp:sp>
    <dsp:sp modelId="{5E7B68E8-F50C-4D0E-AE93-17648CCA3CD8}">
      <dsp:nvSpPr>
        <dsp:cNvPr id="0" name=""/>
        <dsp:cNvSpPr/>
      </dsp:nvSpPr>
      <dsp:spPr>
        <a:xfrm>
          <a:off x="120914" y="1877792"/>
          <a:ext cx="998468" cy="99846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A7AFFB-27B7-42F1-A7AD-6A0EBF0061F0}">
      <dsp:nvSpPr>
        <dsp:cNvPr id="0" name=""/>
        <dsp:cNvSpPr/>
      </dsp:nvSpPr>
      <dsp:spPr>
        <a:xfrm>
          <a:off x="330593" y="2087470"/>
          <a:ext cx="579111" cy="579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66D7E8-044F-45A0-A8D8-20905A83B196}">
      <dsp:nvSpPr>
        <dsp:cNvPr id="0" name=""/>
        <dsp:cNvSpPr/>
      </dsp:nvSpPr>
      <dsp:spPr>
        <a:xfrm>
          <a:off x="1333340" y="1877792"/>
          <a:ext cx="2353531" cy="998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Supplier Collaboration: Lean encourages closer collaboration to ensure timely delivery and better demand forecasting.</a:t>
          </a:r>
        </a:p>
      </dsp:txBody>
      <dsp:txXfrm>
        <a:off x="1333340" y="1877792"/>
        <a:ext cx="2353531" cy="998468"/>
      </dsp:txXfrm>
    </dsp:sp>
    <dsp:sp modelId="{90DBF996-F382-4E7E-A5DD-441B9886DB2B}">
      <dsp:nvSpPr>
        <dsp:cNvPr id="0" name=""/>
        <dsp:cNvSpPr/>
      </dsp:nvSpPr>
      <dsp:spPr>
        <a:xfrm>
          <a:off x="4096957" y="1877792"/>
          <a:ext cx="998468" cy="99846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B9883F-F4ED-4A34-AF15-07CC7E6FE158}">
      <dsp:nvSpPr>
        <dsp:cNvPr id="0" name=""/>
        <dsp:cNvSpPr/>
      </dsp:nvSpPr>
      <dsp:spPr>
        <a:xfrm>
          <a:off x="4306635" y="2087470"/>
          <a:ext cx="579111" cy="57911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D5B9B0-BE66-495E-BCED-9B170F798078}">
      <dsp:nvSpPr>
        <dsp:cNvPr id="0" name=""/>
        <dsp:cNvSpPr/>
      </dsp:nvSpPr>
      <dsp:spPr>
        <a:xfrm>
          <a:off x="5309383" y="1877792"/>
          <a:ext cx="2353531" cy="998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Kaizen for Incremental Improvements: Enables constant improvements to processes and customer service.</a:t>
          </a:r>
        </a:p>
      </dsp:txBody>
      <dsp:txXfrm>
        <a:off x="5309383" y="1877792"/>
        <a:ext cx="2353531" cy="9984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85B784-28C2-A647-8FB9-054AF642FD66}">
      <dsp:nvSpPr>
        <dsp:cNvPr id="0" name=""/>
        <dsp:cNvSpPr/>
      </dsp:nvSpPr>
      <dsp:spPr>
        <a:xfrm>
          <a:off x="0" y="0"/>
          <a:ext cx="7886700" cy="0"/>
        </a:xfrm>
        <a:prstGeom prst="lin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B3BEE14C-E2FF-C54C-ABE8-DBF4786F4FDC}">
      <dsp:nvSpPr>
        <dsp:cNvPr id="0" name=""/>
        <dsp:cNvSpPr/>
      </dsp:nvSpPr>
      <dsp:spPr>
        <a:xfrm>
          <a:off x="0" y="0"/>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defRPr cap="all"/>
          </a:pPr>
          <a:r>
            <a:rPr lang="en-US" sz="2300" kern="1200" dirty="0"/>
            <a:t>Cost Savings: Reduced inventory holding costs and minimized waste.</a:t>
          </a:r>
        </a:p>
      </dsp:txBody>
      <dsp:txXfrm>
        <a:off x="0" y="0"/>
        <a:ext cx="7886700" cy="1087834"/>
      </dsp:txXfrm>
    </dsp:sp>
    <dsp:sp modelId="{3FDDFE10-B23C-874B-80D3-7F03B564D183}">
      <dsp:nvSpPr>
        <dsp:cNvPr id="0" name=""/>
        <dsp:cNvSpPr/>
      </dsp:nvSpPr>
      <dsp:spPr>
        <a:xfrm>
          <a:off x="0" y="1087834"/>
          <a:ext cx="7886700" cy="0"/>
        </a:xfrm>
        <a:prstGeom prst="lin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DFE7B8D1-1801-6846-8B5E-35464BBED6DB}">
      <dsp:nvSpPr>
        <dsp:cNvPr id="0" name=""/>
        <dsp:cNvSpPr/>
      </dsp:nvSpPr>
      <dsp:spPr>
        <a:xfrm>
          <a:off x="0" y="1087834"/>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defRPr cap="all"/>
          </a:pPr>
          <a:r>
            <a:rPr lang="en-US" sz="2300" kern="1200"/>
            <a:t>Increased Efficiency: Faster lead times and streamlined processes.</a:t>
          </a:r>
        </a:p>
      </dsp:txBody>
      <dsp:txXfrm>
        <a:off x="0" y="1087834"/>
        <a:ext cx="7886700" cy="1087834"/>
      </dsp:txXfrm>
    </dsp:sp>
    <dsp:sp modelId="{F8085DAB-EA0F-7D49-806D-20F3D624796B}">
      <dsp:nvSpPr>
        <dsp:cNvPr id="0" name=""/>
        <dsp:cNvSpPr/>
      </dsp:nvSpPr>
      <dsp:spPr>
        <a:xfrm>
          <a:off x="0" y="2175669"/>
          <a:ext cx="7886700" cy="0"/>
        </a:xfrm>
        <a:prstGeom prst="lin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7B022428-0271-F549-9B1B-11821BDF2DA8}">
      <dsp:nvSpPr>
        <dsp:cNvPr id="0" name=""/>
        <dsp:cNvSpPr/>
      </dsp:nvSpPr>
      <dsp:spPr>
        <a:xfrm>
          <a:off x="0" y="2175669"/>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defRPr cap="all"/>
          </a:pPr>
          <a:r>
            <a:rPr lang="en-US" sz="2300" kern="1200"/>
            <a:t>Enhanced Customer Satisfaction: Quicker turnaround times and improved availability of parts.</a:t>
          </a:r>
        </a:p>
      </dsp:txBody>
      <dsp:txXfrm>
        <a:off x="0" y="2175669"/>
        <a:ext cx="7886700" cy="1087834"/>
      </dsp:txXfrm>
    </dsp:sp>
    <dsp:sp modelId="{ADED8E8C-B39C-0F43-87D4-A6D08C648F28}">
      <dsp:nvSpPr>
        <dsp:cNvPr id="0" name=""/>
        <dsp:cNvSpPr/>
      </dsp:nvSpPr>
      <dsp:spPr>
        <a:xfrm>
          <a:off x="0" y="3263503"/>
          <a:ext cx="7886700" cy="0"/>
        </a:xfrm>
        <a:prstGeom prst="line">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0A1AC63C-4C76-5348-80FD-EBB478A92699}">
      <dsp:nvSpPr>
        <dsp:cNvPr id="0" name=""/>
        <dsp:cNvSpPr/>
      </dsp:nvSpPr>
      <dsp:spPr>
        <a:xfrm>
          <a:off x="0" y="3263503"/>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defRPr cap="all"/>
          </a:pPr>
          <a:r>
            <a:rPr lang="en-US" sz="2300" kern="1200"/>
            <a:t>Competitive Advantage: Greater agility in responding to demand and supply chain challenges.</a:t>
          </a:r>
        </a:p>
      </dsp:txBody>
      <dsp:txXfrm>
        <a:off x="0" y="3263503"/>
        <a:ext cx="7886700" cy="10878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7B58DD-49D3-4DA6-829D-AABF908F1F7E}">
      <dsp:nvSpPr>
        <dsp:cNvPr id="0" name=""/>
        <dsp:cNvSpPr/>
      </dsp:nvSpPr>
      <dsp:spPr>
        <a:xfrm>
          <a:off x="145153"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94661A-AC7B-425B-A1E8-E998991E89FE}">
      <dsp:nvSpPr>
        <dsp:cNvPr id="0" name=""/>
        <dsp:cNvSpPr/>
      </dsp:nvSpPr>
      <dsp:spPr>
        <a:xfrm>
          <a:off x="356344" y="1011326"/>
          <a:ext cx="583288" cy="5832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A30B2D7-02AB-4156-A909-E4D41708BC4E}">
      <dsp:nvSpPr>
        <dsp:cNvPr id="0" name=""/>
        <dsp:cNvSpPr/>
      </dsp:nvSpPr>
      <dsp:spPr>
        <a:xfrm>
          <a:off x="1366323"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Demand Variability: Difficulty in predicting demand for specific parts, which challenges JIT.</a:t>
          </a:r>
        </a:p>
      </dsp:txBody>
      <dsp:txXfrm>
        <a:off x="1366323" y="800136"/>
        <a:ext cx="2370505" cy="1005669"/>
      </dsp:txXfrm>
    </dsp:sp>
    <dsp:sp modelId="{A4252D76-22C0-4350-93A1-FCBBFDF6F28E}">
      <dsp:nvSpPr>
        <dsp:cNvPr id="0" name=""/>
        <dsp:cNvSpPr/>
      </dsp:nvSpPr>
      <dsp:spPr>
        <a:xfrm>
          <a:off x="4149871"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9534F0-4CDB-40BB-BA69-ECB01F1B19A1}">
      <dsp:nvSpPr>
        <dsp:cNvPr id="0" name=""/>
        <dsp:cNvSpPr/>
      </dsp:nvSpPr>
      <dsp:spPr>
        <a:xfrm>
          <a:off x="4361061" y="1011326"/>
          <a:ext cx="583288" cy="5832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A742FC-5F2C-46AF-9F7C-A356A8DCFA99}">
      <dsp:nvSpPr>
        <dsp:cNvPr id="0" name=""/>
        <dsp:cNvSpPr/>
      </dsp:nvSpPr>
      <dsp:spPr>
        <a:xfrm>
          <a:off x="5371040"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Initial Investment: Implementation of Lean requires process changes, training, and initial setup costs.</a:t>
          </a:r>
        </a:p>
      </dsp:txBody>
      <dsp:txXfrm>
        <a:off x="5371040" y="800136"/>
        <a:ext cx="2370505" cy="1005669"/>
      </dsp:txXfrm>
    </dsp:sp>
    <dsp:sp modelId="{F78B2418-5237-44A5-A5F2-B5B7DBB3FA9E}">
      <dsp:nvSpPr>
        <dsp:cNvPr id="0" name=""/>
        <dsp:cNvSpPr/>
      </dsp:nvSpPr>
      <dsp:spPr>
        <a:xfrm>
          <a:off x="145153"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0488CC-F803-43C5-B831-0BA566E7F369}">
      <dsp:nvSpPr>
        <dsp:cNvPr id="0" name=""/>
        <dsp:cNvSpPr/>
      </dsp:nvSpPr>
      <dsp:spPr>
        <a:xfrm>
          <a:off x="356344" y="2756723"/>
          <a:ext cx="583288" cy="5832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A69010-F5D5-42EF-A904-905D715C4D2F}">
      <dsp:nvSpPr>
        <dsp:cNvPr id="0" name=""/>
        <dsp:cNvSpPr/>
      </dsp:nvSpPr>
      <dsp:spPr>
        <a:xfrm>
          <a:off x="1366323"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Cultural Shift: Lean success requires a culture of continuous improvement, which may require organizational change.</a:t>
          </a:r>
        </a:p>
      </dsp:txBody>
      <dsp:txXfrm>
        <a:off x="1366323" y="2545532"/>
        <a:ext cx="2370505" cy="1005669"/>
      </dsp:txXfrm>
    </dsp:sp>
    <dsp:sp modelId="{2AA16A79-2D0F-4553-A143-F5BF1E79D86E}">
      <dsp:nvSpPr>
        <dsp:cNvPr id="0" name=""/>
        <dsp:cNvSpPr/>
      </dsp:nvSpPr>
      <dsp:spPr>
        <a:xfrm>
          <a:off x="4149871"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F9FE20-7BE6-41DF-9EC8-41CE45BFDD49}">
      <dsp:nvSpPr>
        <dsp:cNvPr id="0" name=""/>
        <dsp:cNvSpPr/>
      </dsp:nvSpPr>
      <dsp:spPr>
        <a:xfrm>
          <a:off x="4361061" y="2756723"/>
          <a:ext cx="583288" cy="5832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FBB98F-64A5-481E-B68E-F4AF38C51171}">
      <dsp:nvSpPr>
        <dsp:cNvPr id="0" name=""/>
        <dsp:cNvSpPr/>
      </dsp:nvSpPr>
      <dsp:spPr>
        <a:xfrm>
          <a:off x="5371040"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Balancing Speed with Lean: Lean emphasizes efficiency, but customers often expect instant availability of certain parts.</a:t>
          </a:r>
        </a:p>
      </dsp:txBody>
      <dsp:txXfrm>
        <a:off x="5371040" y="2545532"/>
        <a:ext cx="2370505" cy="100566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129FFB-191A-864E-A141-EC72AF92B8F3}">
      <dsp:nvSpPr>
        <dsp:cNvPr id="0" name=""/>
        <dsp:cNvSpPr/>
      </dsp:nvSpPr>
      <dsp:spPr>
        <a:xfrm>
          <a:off x="0" y="0"/>
          <a:ext cx="6303873" cy="852928"/>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Digital Tools Integration: Use of IoT, AI, and predictive analytics for real-time data and demand forecasting.</a:t>
          </a:r>
        </a:p>
      </dsp:txBody>
      <dsp:txXfrm>
        <a:off x="24981" y="24981"/>
        <a:ext cx="5311425" cy="802966"/>
      </dsp:txXfrm>
    </dsp:sp>
    <dsp:sp modelId="{9C1A6F6D-0B6D-B346-A56E-D2EB6B94F87A}">
      <dsp:nvSpPr>
        <dsp:cNvPr id="0" name=""/>
        <dsp:cNvSpPr/>
      </dsp:nvSpPr>
      <dsp:spPr>
        <a:xfrm>
          <a:off x="527949" y="1008006"/>
          <a:ext cx="6303873" cy="852928"/>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Sustainability Focus: Lean’s emphasis on waste reduction aligns with sustainability goals.</a:t>
          </a:r>
        </a:p>
      </dsp:txBody>
      <dsp:txXfrm>
        <a:off x="552930" y="1032987"/>
        <a:ext cx="5171558" cy="802966"/>
      </dsp:txXfrm>
    </dsp:sp>
    <dsp:sp modelId="{14F196CF-0D33-4C49-9DF9-D2F59CCC0E65}">
      <dsp:nvSpPr>
        <dsp:cNvPr id="0" name=""/>
        <dsp:cNvSpPr/>
      </dsp:nvSpPr>
      <dsp:spPr>
        <a:xfrm>
          <a:off x="1048018" y="2016012"/>
          <a:ext cx="6303873" cy="852928"/>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Greater Collaboration with Suppliers: Lean encourages ongoing partnerships that adapt to industry trends.</a:t>
          </a:r>
        </a:p>
      </dsp:txBody>
      <dsp:txXfrm>
        <a:off x="1072999" y="2040993"/>
        <a:ext cx="5179438" cy="802966"/>
      </dsp:txXfrm>
    </dsp:sp>
    <dsp:sp modelId="{15801C00-F3B3-4F48-9040-3E3EEA601A46}">
      <dsp:nvSpPr>
        <dsp:cNvPr id="0" name=""/>
        <dsp:cNvSpPr/>
      </dsp:nvSpPr>
      <dsp:spPr>
        <a:xfrm>
          <a:off x="1575968" y="3024019"/>
          <a:ext cx="6303873" cy="852928"/>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Continuous Improvement: Kaizen mindset helps companies stay competitive as market demands evolve.</a:t>
          </a:r>
        </a:p>
      </dsp:txBody>
      <dsp:txXfrm>
        <a:off x="1600949" y="3049000"/>
        <a:ext cx="5171558" cy="802966"/>
      </dsp:txXfrm>
    </dsp:sp>
    <dsp:sp modelId="{898EB9E0-2B1C-7E43-BCD5-C62886460B52}">
      <dsp:nvSpPr>
        <dsp:cNvPr id="0" name=""/>
        <dsp:cNvSpPr/>
      </dsp:nvSpPr>
      <dsp:spPr>
        <a:xfrm>
          <a:off x="5749470" y="653265"/>
          <a:ext cx="554403" cy="554403"/>
        </a:xfrm>
        <a:prstGeom prst="downArrow">
          <a:avLst>
            <a:gd name="adj1" fmla="val 55000"/>
            <a:gd name="adj2" fmla="val 45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5874211" y="653265"/>
        <a:ext cx="304921" cy="417188"/>
      </dsp:txXfrm>
    </dsp:sp>
    <dsp:sp modelId="{EBF9316A-D237-1749-8CC6-517EB3A07FB9}">
      <dsp:nvSpPr>
        <dsp:cNvPr id="0" name=""/>
        <dsp:cNvSpPr/>
      </dsp:nvSpPr>
      <dsp:spPr>
        <a:xfrm>
          <a:off x="6277419" y="1661272"/>
          <a:ext cx="554403" cy="554403"/>
        </a:xfrm>
        <a:prstGeom prst="downArrow">
          <a:avLst>
            <a:gd name="adj1" fmla="val 55000"/>
            <a:gd name="adj2" fmla="val 45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6402160" y="1661272"/>
        <a:ext cx="304921" cy="417188"/>
      </dsp:txXfrm>
    </dsp:sp>
    <dsp:sp modelId="{C2D5D421-3738-944F-9424-6D5BFC66EA34}">
      <dsp:nvSpPr>
        <dsp:cNvPr id="0" name=""/>
        <dsp:cNvSpPr/>
      </dsp:nvSpPr>
      <dsp:spPr>
        <a:xfrm>
          <a:off x="6797489" y="2669278"/>
          <a:ext cx="554403" cy="554403"/>
        </a:xfrm>
        <a:prstGeom prst="downArrow">
          <a:avLst>
            <a:gd name="adj1" fmla="val 55000"/>
            <a:gd name="adj2" fmla="val 45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6922230" y="2669278"/>
        <a:ext cx="304921" cy="4171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AA2DB2-468F-4552-9C33-2DBA35148D8E}">
      <dsp:nvSpPr>
        <dsp:cNvPr id="0" name=""/>
        <dsp:cNvSpPr/>
      </dsp:nvSpPr>
      <dsp:spPr>
        <a:xfrm>
          <a:off x="738477" y="561171"/>
          <a:ext cx="1079825" cy="10798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0555B8-7CBC-4810-AF5D-1D679733FF65}">
      <dsp:nvSpPr>
        <dsp:cNvPr id="0" name=""/>
        <dsp:cNvSpPr/>
      </dsp:nvSpPr>
      <dsp:spPr>
        <a:xfrm>
          <a:off x="78583" y="2101633"/>
          <a:ext cx="2399612"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Recap: Lean principles can greatly optimize supply chains in the aftermarket industry, addressing key challenges and improving responsiveness.</a:t>
          </a:r>
          <a:endParaRPr lang="en-US" sz="1600" kern="1200" dirty="0"/>
        </a:p>
      </dsp:txBody>
      <dsp:txXfrm>
        <a:off x="78583" y="2101633"/>
        <a:ext cx="2399612" cy="1530000"/>
      </dsp:txXfrm>
    </dsp:sp>
    <dsp:sp modelId="{2996BBD7-4A6A-49DD-99FA-9BF21A0B6381}">
      <dsp:nvSpPr>
        <dsp:cNvPr id="0" name=""/>
        <dsp:cNvSpPr/>
      </dsp:nvSpPr>
      <dsp:spPr>
        <a:xfrm>
          <a:off x="3558022" y="561171"/>
          <a:ext cx="1079825" cy="10798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0D8024-2CF6-4DF6-B23C-E6E45042215A}">
      <dsp:nvSpPr>
        <dsp:cNvPr id="0" name=""/>
        <dsp:cNvSpPr/>
      </dsp:nvSpPr>
      <dsp:spPr>
        <a:xfrm>
          <a:off x="2898129" y="2101633"/>
          <a:ext cx="2399612"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Key Takeaways: Highlight benefits such as cost savings, improved efficiency, and competitive advantage.</a:t>
          </a:r>
          <a:endParaRPr lang="en-US" sz="1600" kern="1200" dirty="0"/>
        </a:p>
      </dsp:txBody>
      <dsp:txXfrm>
        <a:off x="2898129" y="2101633"/>
        <a:ext cx="2399612" cy="1530000"/>
      </dsp:txXfrm>
    </dsp:sp>
    <dsp:sp modelId="{2583C8AA-4AE4-4175-8505-6C970F3D06EE}">
      <dsp:nvSpPr>
        <dsp:cNvPr id="0" name=""/>
        <dsp:cNvSpPr/>
      </dsp:nvSpPr>
      <dsp:spPr>
        <a:xfrm>
          <a:off x="6377567" y="561171"/>
          <a:ext cx="1079825" cy="10798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91E73F-A572-435E-A18C-89A715D042F4}">
      <dsp:nvSpPr>
        <dsp:cNvPr id="0" name=""/>
        <dsp:cNvSpPr/>
      </dsp:nvSpPr>
      <dsp:spPr>
        <a:xfrm>
          <a:off x="5717674" y="2101633"/>
          <a:ext cx="2399612"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Final Thought: Adopting Lean is an ongoing journey, requiring commitment to continuous improvement and adaptation.</a:t>
          </a:r>
        </a:p>
      </dsp:txBody>
      <dsp:txXfrm>
        <a:off x="5717674" y="2101633"/>
        <a:ext cx="2399612" cy="153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FA4724-3BFD-BD48-B04B-903D3C9024AC}" type="datetimeFigureOut">
              <a:rPr lang="en-US" smtClean="0"/>
              <a:t>11/12/24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DD526F-7683-0345-9C3F-AE53ACFCC714}" type="slidenum">
              <a:rPr lang="en-US" smtClean="0"/>
              <a:t>‹#›</a:t>
            </a:fld>
            <a:endParaRPr lang="en-US"/>
          </a:p>
        </p:txBody>
      </p:sp>
    </p:spTree>
    <p:extLst>
      <p:ext uri="{BB962C8B-B14F-4D97-AF65-F5344CB8AC3E}">
        <p14:creationId xmlns:p14="http://schemas.microsoft.com/office/powerpoint/2010/main" val="2391156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we’ll dive into a story of transformation—a journey that takes us through the automotive aftermarket industry's challenges and triumphs, as Lean principles help it evolve into a leaner, faster, and more responsive system.</a:t>
            </a:r>
          </a:p>
        </p:txBody>
      </p:sp>
      <p:sp>
        <p:nvSpPr>
          <p:cNvPr id="4" name="Slide Number Placeholder 3"/>
          <p:cNvSpPr>
            <a:spLocks noGrp="1"/>
          </p:cNvSpPr>
          <p:nvPr>
            <p:ph type="sldNum" sz="quarter" idx="5"/>
          </p:nvPr>
        </p:nvSpPr>
        <p:spPr/>
        <p:txBody>
          <a:bodyPr/>
          <a:lstStyle/>
          <a:p>
            <a:fld id="{07DD526F-7683-0345-9C3F-AE53ACFCC714}" type="slidenum">
              <a:rPr lang="en-US" smtClean="0"/>
              <a:t>1</a:t>
            </a:fld>
            <a:endParaRPr lang="en-US"/>
          </a:p>
        </p:txBody>
      </p:sp>
    </p:spTree>
    <p:extLst>
      <p:ext uri="{BB962C8B-B14F-4D97-AF65-F5344CB8AC3E}">
        <p14:creationId xmlns:p14="http://schemas.microsoft.com/office/powerpoint/2010/main" val="166724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world where every part of a car, from brakes to engines, has a story of its own. Once a vehicle rolls off the assembly line, these parts need regular care, replacements, and upgrades—this is where the aftermarket industry steps in, providing essential services that keep vehicles safe, efficient, and enjoyable to drive.</a:t>
            </a:r>
          </a:p>
        </p:txBody>
      </p:sp>
      <p:sp>
        <p:nvSpPr>
          <p:cNvPr id="4" name="Slide Number Placeholder 3"/>
          <p:cNvSpPr>
            <a:spLocks noGrp="1"/>
          </p:cNvSpPr>
          <p:nvPr>
            <p:ph type="sldNum" sz="quarter" idx="5"/>
          </p:nvPr>
        </p:nvSpPr>
        <p:spPr/>
        <p:txBody>
          <a:bodyPr/>
          <a:lstStyle/>
          <a:p>
            <a:fld id="{07DD526F-7683-0345-9C3F-AE53ACFCC714}" type="slidenum">
              <a:rPr lang="en-US" smtClean="0"/>
              <a:t>2</a:t>
            </a:fld>
            <a:endParaRPr lang="en-US"/>
          </a:p>
        </p:txBody>
      </p:sp>
    </p:spTree>
    <p:extLst>
      <p:ext uri="{BB962C8B-B14F-4D97-AF65-F5344CB8AC3E}">
        <p14:creationId xmlns:p14="http://schemas.microsoft.com/office/powerpoint/2010/main" val="3796338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like every story, the aftermarket industry faces its own set of challenges. Picture this: a vast warehouse filled with spare parts for every make and model, from vintage classics to the latest electric vehicles. Managing this complex inventory is no easy feat. Parts demand fluctuates wildly, storage costs rise, and yet, customers expect these parts to be available on demand. These challenges demand a smarter, more responsive solution.</a:t>
            </a:r>
          </a:p>
        </p:txBody>
      </p:sp>
      <p:sp>
        <p:nvSpPr>
          <p:cNvPr id="4" name="Slide Number Placeholder 3"/>
          <p:cNvSpPr>
            <a:spLocks noGrp="1"/>
          </p:cNvSpPr>
          <p:nvPr>
            <p:ph type="sldNum" sz="quarter" idx="5"/>
          </p:nvPr>
        </p:nvSpPr>
        <p:spPr/>
        <p:txBody>
          <a:bodyPr/>
          <a:lstStyle/>
          <a:p>
            <a:fld id="{07DD526F-7683-0345-9C3F-AE53ACFCC714}" type="slidenum">
              <a:rPr lang="en-US" smtClean="0"/>
              <a:t>3</a:t>
            </a:fld>
            <a:endParaRPr lang="en-US"/>
          </a:p>
        </p:txBody>
      </p:sp>
    </p:spTree>
    <p:extLst>
      <p:ext uri="{BB962C8B-B14F-4D97-AF65-F5344CB8AC3E}">
        <p14:creationId xmlns:p14="http://schemas.microsoft.com/office/powerpoint/2010/main" val="2340387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Lean—a philosophy born from the manufacturing world that teaches us to eliminate waste, improve continuously, and deliver maximum value. Lean helps us take control of our processes, streamline operations, and meet customer needs with precision and efficiency. Lean is not just a tool; it’s a mindset, one that has the power to transform even the most complex supply chains.</a:t>
            </a:r>
          </a:p>
        </p:txBody>
      </p:sp>
      <p:sp>
        <p:nvSpPr>
          <p:cNvPr id="4" name="Slide Number Placeholder 3"/>
          <p:cNvSpPr>
            <a:spLocks noGrp="1"/>
          </p:cNvSpPr>
          <p:nvPr>
            <p:ph type="sldNum" sz="quarter" idx="5"/>
          </p:nvPr>
        </p:nvSpPr>
        <p:spPr/>
        <p:txBody>
          <a:bodyPr/>
          <a:lstStyle/>
          <a:p>
            <a:fld id="{07DD526F-7683-0345-9C3F-AE53ACFCC714}" type="slidenum">
              <a:rPr lang="en-US" smtClean="0"/>
              <a:t>4</a:t>
            </a:fld>
            <a:endParaRPr lang="en-US"/>
          </a:p>
        </p:txBody>
      </p:sp>
    </p:spTree>
    <p:extLst>
      <p:ext uri="{BB962C8B-B14F-4D97-AF65-F5344CB8AC3E}">
        <p14:creationId xmlns:p14="http://schemas.microsoft.com/office/powerpoint/2010/main" val="1406186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 brings with it a toolkit that reads like a superhero's arsenal. There’s Just-in-Time (JIT), which minimizes storage by synchronizing parts arrival with demand. Value Stream Mapping (VSM) helps us visualize every step in a process, spotting bottlenecks and inefficiencies along the way. Kanban, with its simple visual cues, ensures we produce only what’s needed, when it’s needed. And finally, Kaizen fosters a culture of continuous improvement, where small changes make a big impact over time.</a:t>
            </a:r>
          </a:p>
        </p:txBody>
      </p:sp>
      <p:sp>
        <p:nvSpPr>
          <p:cNvPr id="4" name="Slide Number Placeholder 3"/>
          <p:cNvSpPr>
            <a:spLocks noGrp="1"/>
          </p:cNvSpPr>
          <p:nvPr>
            <p:ph type="sldNum" sz="quarter" idx="5"/>
          </p:nvPr>
        </p:nvSpPr>
        <p:spPr/>
        <p:txBody>
          <a:bodyPr/>
          <a:lstStyle/>
          <a:p>
            <a:fld id="{07DD526F-7683-0345-9C3F-AE53ACFCC714}" type="slidenum">
              <a:rPr lang="en-US" smtClean="0"/>
              <a:t>5</a:t>
            </a:fld>
            <a:endParaRPr lang="en-US"/>
          </a:p>
        </p:txBody>
      </p:sp>
    </p:spTree>
    <p:extLst>
      <p:ext uri="{BB962C8B-B14F-4D97-AF65-F5344CB8AC3E}">
        <p14:creationId xmlns:p14="http://schemas.microsoft.com/office/powerpoint/2010/main" val="2265882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these techniques come to life in the aftermarket world. Imagine JIT helping us reduce the clutter of excess stock by aligning inventory levels perfectly with demand. VSM maps the path of every part, from supplier to customer, so we can cut delays. Kanban cards signal when it’s time to restock, while Kaizen encourages everyone, from technicians to managers, to suggest improvements. This is Lean in action, making the aftermarket supply chain more agile and responsive.</a:t>
            </a:r>
          </a:p>
        </p:txBody>
      </p:sp>
      <p:sp>
        <p:nvSpPr>
          <p:cNvPr id="4" name="Slide Number Placeholder 3"/>
          <p:cNvSpPr>
            <a:spLocks noGrp="1"/>
          </p:cNvSpPr>
          <p:nvPr>
            <p:ph type="sldNum" sz="quarter" idx="5"/>
          </p:nvPr>
        </p:nvSpPr>
        <p:spPr/>
        <p:txBody>
          <a:bodyPr/>
          <a:lstStyle/>
          <a:p>
            <a:fld id="{07DD526F-7683-0345-9C3F-AE53ACFCC714}" type="slidenum">
              <a:rPr lang="en-US" smtClean="0"/>
              <a:t>6</a:t>
            </a:fld>
            <a:endParaRPr lang="en-US"/>
          </a:p>
        </p:txBody>
      </p:sp>
    </p:spTree>
    <p:extLst>
      <p:ext uri="{BB962C8B-B14F-4D97-AF65-F5344CB8AC3E}">
        <p14:creationId xmlns:p14="http://schemas.microsoft.com/office/powerpoint/2010/main" val="30770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happens when Lean becomes part of the aftermarket’s DNA? Costs go down, as we no longer need massive storage spaces for unused parts. Efficiency rises, with parts arriving exactly when needed. Customers are happier because they get their parts quickly, and in turn, companies become more competitive, ready to meet market demands head-on.</a:t>
            </a:r>
          </a:p>
        </p:txBody>
      </p:sp>
      <p:sp>
        <p:nvSpPr>
          <p:cNvPr id="4" name="Slide Number Placeholder 3"/>
          <p:cNvSpPr>
            <a:spLocks noGrp="1"/>
          </p:cNvSpPr>
          <p:nvPr>
            <p:ph type="sldNum" sz="quarter" idx="5"/>
          </p:nvPr>
        </p:nvSpPr>
        <p:spPr/>
        <p:txBody>
          <a:bodyPr/>
          <a:lstStyle/>
          <a:p>
            <a:fld id="{07DD526F-7683-0345-9C3F-AE53ACFCC714}" type="slidenum">
              <a:rPr lang="en-US" smtClean="0"/>
              <a:t>7</a:t>
            </a:fld>
            <a:endParaRPr lang="en-US"/>
          </a:p>
        </p:txBody>
      </p:sp>
    </p:spTree>
    <p:extLst>
      <p:ext uri="{BB962C8B-B14F-4D97-AF65-F5344CB8AC3E}">
        <p14:creationId xmlns:p14="http://schemas.microsoft.com/office/powerpoint/2010/main" val="3696382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Lean, like any journey, isn’t without its hurdles. Demand can be unpredictable, making it hard to balance JIT with part availability. Implementing Lean requires investment, and it’s not just about changing processes—it’s about changing mindsets. Lean asks us to look at supply chain speed differently, balancing the need for efficiency with the need for readiness.</a:t>
            </a:r>
          </a:p>
        </p:txBody>
      </p:sp>
      <p:sp>
        <p:nvSpPr>
          <p:cNvPr id="4" name="Slide Number Placeholder 3"/>
          <p:cNvSpPr>
            <a:spLocks noGrp="1"/>
          </p:cNvSpPr>
          <p:nvPr>
            <p:ph type="sldNum" sz="quarter" idx="5"/>
          </p:nvPr>
        </p:nvSpPr>
        <p:spPr/>
        <p:txBody>
          <a:bodyPr/>
          <a:lstStyle/>
          <a:p>
            <a:fld id="{07DD526F-7683-0345-9C3F-AE53ACFCC714}" type="slidenum">
              <a:rPr lang="en-US" smtClean="0"/>
              <a:t>8</a:t>
            </a:fld>
            <a:endParaRPr lang="en-US"/>
          </a:p>
        </p:txBody>
      </p:sp>
    </p:spTree>
    <p:extLst>
      <p:ext uri="{BB962C8B-B14F-4D97-AF65-F5344CB8AC3E}">
        <p14:creationId xmlns:p14="http://schemas.microsoft.com/office/powerpoint/2010/main" val="4149843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of Lean in the aftermarket looks bright and high-tech. Imagine a world where digital tools—IoT, AI, predictive analytics—allow us to monitor demand in real-time, forecast needs accurately, and reduce waste. Lean aligns perfectly with a sustainable future, reducing waste and optimizing every resource. As supply chains become more interconnected, Lean principles pave the way for resilient, adaptive, and sustainable practices.</a:t>
            </a:r>
          </a:p>
        </p:txBody>
      </p:sp>
      <p:sp>
        <p:nvSpPr>
          <p:cNvPr id="4" name="Slide Number Placeholder 3"/>
          <p:cNvSpPr>
            <a:spLocks noGrp="1"/>
          </p:cNvSpPr>
          <p:nvPr>
            <p:ph type="sldNum" sz="quarter" idx="5"/>
          </p:nvPr>
        </p:nvSpPr>
        <p:spPr/>
        <p:txBody>
          <a:bodyPr/>
          <a:lstStyle/>
          <a:p>
            <a:fld id="{07DD526F-7683-0345-9C3F-AE53ACFCC714}" type="slidenum">
              <a:rPr lang="en-US" smtClean="0"/>
              <a:t>9</a:t>
            </a:fld>
            <a:endParaRPr lang="en-US"/>
          </a:p>
        </p:txBody>
      </p:sp>
    </p:spTree>
    <p:extLst>
      <p:ext uri="{BB962C8B-B14F-4D97-AF65-F5344CB8AC3E}">
        <p14:creationId xmlns:p14="http://schemas.microsoft.com/office/powerpoint/2010/main" val="3491161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wrap up, we see that Lean is more than a solution; it’s a way forward, guiding the aftermarket industry toward reduced costs, improved efficiency, and enhanced customer satisfaction. Lean’s journey is one of ongoing transformation, where each step brings new insights and lasting improvements.</a:t>
            </a:r>
          </a:p>
        </p:txBody>
      </p:sp>
      <p:sp>
        <p:nvSpPr>
          <p:cNvPr id="4" name="Slide Number Placeholder 3"/>
          <p:cNvSpPr>
            <a:spLocks noGrp="1"/>
          </p:cNvSpPr>
          <p:nvPr>
            <p:ph type="sldNum" sz="quarter" idx="5"/>
          </p:nvPr>
        </p:nvSpPr>
        <p:spPr/>
        <p:txBody>
          <a:bodyPr/>
          <a:lstStyle/>
          <a:p>
            <a:fld id="{07DD526F-7683-0345-9C3F-AE53ACFCC714}" type="slidenum">
              <a:rPr lang="en-US" smtClean="0"/>
              <a:t>10</a:t>
            </a:fld>
            <a:endParaRPr lang="en-US"/>
          </a:p>
        </p:txBody>
      </p:sp>
    </p:spTree>
    <p:extLst>
      <p:ext uri="{BB962C8B-B14F-4D97-AF65-F5344CB8AC3E}">
        <p14:creationId xmlns:p14="http://schemas.microsoft.com/office/powerpoint/2010/main" val="4082989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3.jpe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Content Placeholder 14" descr="Close up of gears">
            <a:extLst>
              <a:ext uri="{FF2B5EF4-FFF2-40B4-BE49-F238E27FC236}">
                <a16:creationId xmlns:a16="http://schemas.microsoft.com/office/drawing/2014/main" id="{CF17D129-CA97-C5E4-FCAD-631E245EDE87}"/>
              </a:ext>
            </a:extLst>
          </p:cNvPr>
          <p:cNvPicPr>
            <a:picLocks noGrp="1" noChangeAspect="1"/>
          </p:cNvPicPr>
          <p:nvPr>
            <p:ph idx="1"/>
          </p:nvPr>
        </p:nvPicPr>
        <p:blipFill>
          <a:blip r:embed="rId3"/>
          <a:srcRect t="9091" r="35364"/>
          <a:stretch/>
        </p:blipFill>
        <p:spPr>
          <a:xfrm>
            <a:off x="2642616" y="0"/>
            <a:ext cx="6501384" cy="6857990"/>
          </a:xfrm>
          <a:prstGeom prst="rect">
            <a:avLst/>
          </a:prstGeom>
        </p:spPr>
      </p:pic>
      <p:sp>
        <p:nvSpPr>
          <p:cNvPr id="54" name="Rectangle 53">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0"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03E9FE9-EFEA-6CE6-A179-1DEDDF3298C7}"/>
              </a:ext>
            </a:extLst>
          </p:cNvPr>
          <p:cNvSpPr>
            <a:spLocks noGrp="1"/>
          </p:cNvSpPr>
          <p:nvPr>
            <p:ph type="title"/>
          </p:nvPr>
        </p:nvSpPr>
        <p:spPr>
          <a:xfrm>
            <a:off x="358484" y="1122363"/>
            <a:ext cx="3527715" cy="3204134"/>
          </a:xfrm>
        </p:spPr>
        <p:txBody>
          <a:bodyPr vert="horz" lIns="91440" tIns="45720" rIns="91440" bIns="45720" rtlCol="0" anchor="b">
            <a:normAutofit/>
          </a:bodyPr>
          <a:lstStyle/>
          <a:p>
            <a:pPr algn="l" defTabSz="914400">
              <a:lnSpc>
                <a:spcPct val="90000"/>
              </a:lnSpc>
            </a:pPr>
            <a:r>
              <a:rPr lang="en-US" sz="3300" dirty="0"/>
              <a:t>Lean Supply Chain Management in the Automotive Aftermarket Industry</a:t>
            </a:r>
          </a:p>
        </p:txBody>
      </p:sp>
      <p:sp>
        <p:nvSpPr>
          <p:cNvPr id="56" name="Rectangle 5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8" name="Rectangle 5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2520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17" descr="Gears of a machine">
            <a:extLst>
              <a:ext uri="{FF2B5EF4-FFF2-40B4-BE49-F238E27FC236}">
                <a16:creationId xmlns:a16="http://schemas.microsoft.com/office/drawing/2014/main" id="{EC58CD9B-8D09-4320-CC5C-F676D04CE8BA}"/>
              </a:ext>
            </a:extLst>
          </p:cNvPr>
          <p:cNvPicPr>
            <a:picLocks noChangeAspect="1"/>
          </p:cNvPicPr>
          <p:nvPr/>
        </p:nvPicPr>
        <p:blipFill>
          <a:blip r:embed="rId3"/>
          <a:srcRect r="26363" b="9090"/>
          <a:stretch/>
        </p:blipFill>
        <p:spPr>
          <a:xfrm>
            <a:off x="0" y="0"/>
            <a:ext cx="9143980" cy="6857990"/>
          </a:xfrm>
          <a:prstGeom prst="rect">
            <a:avLst/>
          </a:prstGeom>
        </p:spPr>
      </p:pic>
      <p:sp>
        <p:nvSpPr>
          <p:cNvPr id="23" name="Rectangle 22">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pPr>
              <a:lnSpc>
                <a:spcPct val="90000"/>
              </a:lnSpc>
            </a:pPr>
            <a:r>
              <a:rPr lang="en-US" dirty="0"/>
              <a:t>Overview of the Automotive Aftermarket Industry</a:t>
            </a:r>
          </a:p>
        </p:txBody>
      </p:sp>
      <p:graphicFrame>
        <p:nvGraphicFramePr>
          <p:cNvPr id="25" name="Content Placeholder 2">
            <a:extLst>
              <a:ext uri="{FF2B5EF4-FFF2-40B4-BE49-F238E27FC236}">
                <a16:creationId xmlns:a16="http://schemas.microsoft.com/office/drawing/2014/main" id="{D9444FB5-51E0-4435-6D20-E4EB1A438B58}"/>
              </a:ext>
            </a:extLst>
          </p:cNvPr>
          <p:cNvGraphicFramePr>
            <a:graphicFrameLocks noGrp="1"/>
          </p:cNvGraphicFramePr>
          <p:nvPr>
            <p:ph idx="1"/>
            <p:extLst>
              <p:ext uri="{D42A27DB-BD31-4B8C-83A1-F6EECF244321}">
                <p14:modId xmlns:p14="http://schemas.microsoft.com/office/powerpoint/2010/main" val="3494295171"/>
              </p:ext>
            </p:extLst>
          </p:nvPr>
        </p:nvGraphicFramePr>
        <p:xfrm>
          <a:off x="628650" y="2055813"/>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25255" y="453580"/>
            <a:ext cx="2954766" cy="5583126"/>
          </a:xfrm>
        </p:spPr>
        <p:txBody>
          <a:bodyPr>
            <a:normAutofit/>
          </a:bodyPr>
          <a:lstStyle/>
          <a:p>
            <a:pPr algn="r">
              <a:lnSpc>
                <a:spcPct val="90000"/>
              </a:lnSpc>
            </a:pPr>
            <a:r>
              <a:rPr lang="en-US" dirty="0"/>
              <a:t>Challenges in the Automotive Aftermarket Supply Chain</a:t>
            </a:r>
          </a:p>
        </p:txBody>
      </p:sp>
      <p:cxnSp>
        <p:nvCxnSpPr>
          <p:cNvPr id="27" name="Straight Connector 26">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271F2C4-8222-C6C2-C407-DAF7FCB55485}"/>
              </a:ext>
            </a:extLst>
          </p:cNvPr>
          <p:cNvGraphicFramePr>
            <a:graphicFrameLocks noGrp="1"/>
          </p:cNvGraphicFramePr>
          <p:nvPr>
            <p:ph idx="1"/>
            <p:extLst>
              <p:ext uri="{D42A27DB-BD31-4B8C-83A1-F6EECF244321}">
                <p14:modId xmlns:p14="http://schemas.microsoft.com/office/powerpoint/2010/main" val="1061801159"/>
              </p:ext>
            </p:extLst>
          </p:nvPr>
        </p:nvGraphicFramePr>
        <p:xfrm>
          <a:off x="3797111" y="453580"/>
          <a:ext cx="4683949"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pPr>
              <a:lnSpc>
                <a:spcPct val="90000"/>
              </a:lnSpc>
            </a:pPr>
            <a:r>
              <a:rPr lang="en-US" sz="3500"/>
              <a:t>Introduction to Lean Supply Chain Management</a:t>
            </a:r>
          </a:p>
        </p:txBody>
      </p:sp>
      <p:graphicFrame>
        <p:nvGraphicFramePr>
          <p:cNvPr id="5" name="Content Placeholder 2">
            <a:extLst>
              <a:ext uri="{FF2B5EF4-FFF2-40B4-BE49-F238E27FC236}">
                <a16:creationId xmlns:a16="http://schemas.microsoft.com/office/drawing/2014/main" id="{A039FE79-A010-DF0F-632E-AC8F210BB9E9}"/>
              </a:ext>
            </a:extLst>
          </p:cNvPr>
          <p:cNvGraphicFramePr>
            <a:graphicFrameLocks noGrp="1"/>
          </p:cNvGraphicFramePr>
          <p:nvPr>
            <p:ph idx="1"/>
            <p:extLst>
              <p:ext uri="{D42A27DB-BD31-4B8C-83A1-F6EECF244321}">
                <p14:modId xmlns:p14="http://schemas.microsoft.com/office/powerpoint/2010/main" val="519575143"/>
              </p:ext>
            </p:extLst>
          </p:nvPr>
        </p:nvGraphicFramePr>
        <p:xfrm>
          <a:off x="628650" y="1690687"/>
          <a:ext cx="78867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42" name="Rectangle 4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US" sz="4200"/>
              <a:t>Key Lean Techniques for Supply Chain Optimization</a:t>
            </a:r>
          </a:p>
        </p:txBody>
      </p:sp>
      <p:cxnSp>
        <p:nvCxnSpPr>
          <p:cNvPr id="48" name="Straight Connector 4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D85AF57-8BCF-56E6-FA17-52F12CDFDFD0}"/>
              </a:ext>
            </a:extLst>
          </p:cNvPr>
          <p:cNvGraphicFramePr>
            <a:graphicFrameLocks noGrp="1"/>
          </p:cNvGraphicFramePr>
          <p:nvPr>
            <p:ph idx="1"/>
            <p:extLst>
              <p:ext uri="{D42A27DB-BD31-4B8C-83A1-F6EECF244321}">
                <p14:modId xmlns:p14="http://schemas.microsoft.com/office/powerpoint/2010/main" val="2564873137"/>
              </p:ext>
            </p:extLst>
          </p:nvPr>
        </p:nvGraphicFramePr>
        <p:xfrm>
          <a:off x="678451" y="2560322"/>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9" name="Rectangle 1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US" sz="4200" dirty="0"/>
              <a:t>Applying Lean Techniques in the Automotive Aftermarket Industry</a:t>
            </a:r>
          </a:p>
        </p:txBody>
      </p:sp>
      <p:cxnSp>
        <p:nvCxnSpPr>
          <p:cNvPr id="25" name="Straight Connector 2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8E33B20-03F6-FA27-69D7-08940B72EC37}"/>
              </a:ext>
            </a:extLst>
          </p:cNvPr>
          <p:cNvGraphicFramePr>
            <a:graphicFrameLocks noGrp="1"/>
          </p:cNvGraphicFramePr>
          <p:nvPr>
            <p:ph idx="1"/>
            <p:extLst>
              <p:ext uri="{D42A27DB-BD31-4B8C-83A1-F6EECF244321}">
                <p14:modId xmlns:p14="http://schemas.microsoft.com/office/powerpoint/2010/main" val="3613466546"/>
              </p:ext>
            </p:extLst>
          </p:nvPr>
        </p:nvGraphicFramePr>
        <p:xfrm>
          <a:off x="628650" y="2838200"/>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6" name="Picture 25" descr="A close-up of a screen&#10;&#10;Description automatically generated">
            <a:extLst>
              <a:ext uri="{FF2B5EF4-FFF2-40B4-BE49-F238E27FC236}">
                <a16:creationId xmlns:a16="http://schemas.microsoft.com/office/drawing/2014/main" id="{5E7D8A3A-3A5C-C01E-3F15-8040A7DDE509}"/>
              </a:ext>
            </a:extLst>
          </p:cNvPr>
          <p:cNvPicPr>
            <a:picLocks noChangeAspect="1"/>
          </p:cNvPicPr>
          <p:nvPr/>
        </p:nvPicPr>
        <p:blipFill>
          <a:blip r:embed="rId3"/>
          <a:srcRect l="14453" r="30093" b="9091"/>
          <a:stretch/>
        </p:blipFill>
        <p:spPr>
          <a:xfrm>
            <a:off x="20" y="0"/>
            <a:ext cx="9143980" cy="6857990"/>
          </a:xfrm>
          <a:prstGeom prst="rect">
            <a:avLst/>
          </a:prstGeom>
        </p:spPr>
      </p:pic>
      <p:sp>
        <p:nvSpPr>
          <p:cNvPr id="35" name="Rectangle 34">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28650" y="227965"/>
            <a:ext cx="7989570" cy="1325563"/>
          </a:xfrm>
        </p:spPr>
        <p:txBody>
          <a:bodyPr>
            <a:normAutofit/>
          </a:bodyPr>
          <a:lstStyle/>
          <a:p>
            <a:pPr>
              <a:lnSpc>
                <a:spcPct val="90000"/>
              </a:lnSpc>
            </a:pPr>
            <a:r>
              <a:rPr lang="en-US" sz="2800" b="1" dirty="0"/>
              <a:t>Benefits of Lean in the Aftermarket</a:t>
            </a:r>
            <a:br>
              <a:rPr lang="en-US" sz="2800" b="1" dirty="0"/>
            </a:br>
            <a:r>
              <a:rPr lang="en-US" sz="2800" b="1" dirty="0"/>
              <a:t> Supply Chain</a:t>
            </a:r>
          </a:p>
        </p:txBody>
      </p:sp>
      <p:graphicFrame>
        <p:nvGraphicFramePr>
          <p:cNvPr id="5" name="Content Placeholder 2">
            <a:extLst>
              <a:ext uri="{FF2B5EF4-FFF2-40B4-BE49-F238E27FC236}">
                <a16:creationId xmlns:a16="http://schemas.microsoft.com/office/drawing/2014/main" id="{61D21B67-7328-F145-2C76-977827BBA8A2}"/>
              </a:ext>
            </a:extLst>
          </p:cNvPr>
          <p:cNvGraphicFramePr>
            <a:graphicFrameLocks noGrp="1"/>
          </p:cNvGraphicFramePr>
          <p:nvPr>
            <p:ph idx="1"/>
            <p:extLst>
              <p:ext uri="{D42A27DB-BD31-4B8C-83A1-F6EECF244321}">
                <p14:modId xmlns:p14="http://schemas.microsoft.com/office/powerpoint/2010/main" val="110558154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6995"/>
            <a:ext cx="7886700" cy="1133693"/>
          </a:xfrm>
        </p:spPr>
        <p:txBody>
          <a:bodyPr>
            <a:normAutofit/>
          </a:bodyPr>
          <a:lstStyle/>
          <a:p>
            <a:pPr>
              <a:lnSpc>
                <a:spcPct val="90000"/>
              </a:lnSpc>
            </a:pPr>
            <a:r>
              <a:rPr lang="en-US" sz="3500"/>
              <a:t>Challenges of Implementing Lean in the Aftermarket</a:t>
            </a:r>
          </a:p>
        </p:txBody>
      </p:sp>
      <p:graphicFrame>
        <p:nvGraphicFramePr>
          <p:cNvPr id="5" name="Content Placeholder 2">
            <a:extLst>
              <a:ext uri="{FF2B5EF4-FFF2-40B4-BE49-F238E27FC236}">
                <a16:creationId xmlns:a16="http://schemas.microsoft.com/office/drawing/2014/main" id="{C0950CCC-6D11-393C-9533-51F688B62112}"/>
              </a:ext>
            </a:extLst>
          </p:cNvPr>
          <p:cNvGraphicFramePr>
            <a:graphicFrameLocks noGrp="1"/>
          </p:cNvGraphicFramePr>
          <p:nvPr>
            <p:ph idx="1"/>
            <p:extLst>
              <p:ext uri="{D42A27DB-BD31-4B8C-83A1-F6EECF244321}">
                <p14:modId xmlns:p14="http://schemas.microsoft.com/office/powerpoint/2010/main" val="77392537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85800"/>
            <a:ext cx="7879842" cy="1157005"/>
          </a:xfrm>
        </p:spPr>
        <p:txBody>
          <a:bodyPr anchor="b">
            <a:normAutofit/>
          </a:bodyPr>
          <a:lstStyle/>
          <a:p>
            <a:pPr>
              <a:lnSpc>
                <a:spcPct val="90000"/>
              </a:lnSpc>
            </a:pPr>
            <a:r>
              <a:rPr lang="en-US" sz="3600"/>
              <a:t>The Future of Lean in Automotive Aftermarket Supply Chains</a:t>
            </a:r>
          </a:p>
        </p:txBody>
      </p:sp>
      <p:sp>
        <p:nvSpPr>
          <p:cNvPr id="28" name="Rectangle 27">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1817" y="122104"/>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95805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7" name="Content Placeholder 2">
            <a:extLst>
              <a:ext uri="{FF2B5EF4-FFF2-40B4-BE49-F238E27FC236}">
                <a16:creationId xmlns:a16="http://schemas.microsoft.com/office/drawing/2014/main" id="{C4D5E369-57CB-D5EE-80DC-1C9CF545E87E}"/>
              </a:ext>
            </a:extLst>
          </p:cNvPr>
          <p:cNvGraphicFramePr>
            <a:graphicFrameLocks noGrp="1"/>
          </p:cNvGraphicFramePr>
          <p:nvPr>
            <p:ph idx="1"/>
            <p:extLst>
              <p:ext uri="{D42A27DB-BD31-4B8C-83A1-F6EECF244321}">
                <p14:modId xmlns:p14="http://schemas.microsoft.com/office/powerpoint/2010/main" val="1223608286"/>
              </p:ext>
            </p:extLst>
          </p:nvPr>
        </p:nvGraphicFramePr>
        <p:xfrm>
          <a:off x="628650" y="2295252"/>
          <a:ext cx="7879842" cy="38769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Conclusion</a:t>
            </a:r>
          </a:p>
        </p:txBody>
      </p:sp>
      <p:graphicFrame>
        <p:nvGraphicFramePr>
          <p:cNvPr id="7" name="Content Placeholder 2">
            <a:extLst>
              <a:ext uri="{FF2B5EF4-FFF2-40B4-BE49-F238E27FC236}">
                <a16:creationId xmlns:a16="http://schemas.microsoft.com/office/drawing/2014/main" id="{E001B17C-EB14-9548-BAA2-69938D2B076A}"/>
              </a:ext>
            </a:extLst>
          </p:cNvPr>
          <p:cNvGraphicFramePr>
            <a:graphicFrameLocks noGrp="1"/>
          </p:cNvGraphicFramePr>
          <p:nvPr>
            <p:ph idx="1"/>
            <p:extLst>
              <p:ext uri="{D42A27DB-BD31-4B8C-83A1-F6EECF244321}">
                <p14:modId xmlns:p14="http://schemas.microsoft.com/office/powerpoint/2010/main" val="2997088146"/>
              </p:ext>
            </p:extLst>
          </p:nvPr>
        </p:nvGraphicFramePr>
        <p:xfrm>
          <a:off x="365844" y="182682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1D98D8-F3DF-9063-92DA-CF4F508A126F}"/>
              </a:ext>
            </a:extLst>
          </p:cNvPr>
          <p:cNvSpPr>
            <a:spLocks noGrp="1"/>
          </p:cNvSpPr>
          <p:nvPr>
            <p:ph type="title"/>
          </p:nvPr>
        </p:nvSpPr>
        <p:spPr>
          <a:xfrm>
            <a:off x="628650" y="451381"/>
            <a:ext cx="7884414" cy="4066540"/>
          </a:xfrm>
        </p:spPr>
        <p:txBody>
          <a:bodyPr vert="horz" lIns="91440" tIns="45720" rIns="91440" bIns="45720" rtlCol="0" anchor="b">
            <a:normAutofit/>
          </a:bodyPr>
          <a:lstStyle/>
          <a:p>
            <a:pPr algn="l" defTabSz="914400">
              <a:lnSpc>
                <a:spcPct val="90000"/>
              </a:lnSpc>
            </a:pPr>
            <a:r>
              <a:rPr lang="en-US" sz="5700" kern="1200" dirty="0">
                <a:solidFill>
                  <a:schemeClr val="tx1"/>
                </a:solidFill>
                <a:latin typeface="+mj-lt"/>
                <a:ea typeface="+mj-ea"/>
                <a:cs typeface="+mj-cs"/>
              </a:rPr>
              <a:t>THANK YOU</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7181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1284</Words>
  <Application>Microsoft Macintosh PowerPoint</Application>
  <PresentationFormat>On-screen Show (4:3)</PresentationFormat>
  <Paragraphs>63</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Lean Supply Chain Management in the Automotive Aftermarket Industry</vt:lpstr>
      <vt:lpstr>Overview of the Automotive Aftermarket Industry</vt:lpstr>
      <vt:lpstr>Challenges in the Automotive Aftermarket Supply Chain</vt:lpstr>
      <vt:lpstr>Introduction to Lean Supply Chain Management</vt:lpstr>
      <vt:lpstr>Key Lean Techniques for Supply Chain Optimization</vt:lpstr>
      <vt:lpstr>Applying Lean Techniques in the Automotive Aftermarket Industry</vt:lpstr>
      <vt:lpstr>Benefits of Lean in the Aftermarket  Supply Chain</vt:lpstr>
      <vt:lpstr>Challenges of Implementing Lean in the Aftermarket</vt:lpstr>
      <vt:lpstr>The Future of Lean in Automotive Aftermarket Supply Chains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Supply Chain Management in the Automotive Aftermarket Industry</dc:title>
  <dc:subject/>
  <dc:creator/>
  <cp:keywords/>
  <dc:description>generated using python-pptx</dc:description>
  <cp:lastModifiedBy>Nisarga Narasimhamurthy</cp:lastModifiedBy>
  <cp:revision>5</cp:revision>
  <dcterms:created xsi:type="dcterms:W3CDTF">2013-01-27T09:14:16Z</dcterms:created>
  <dcterms:modified xsi:type="dcterms:W3CDTF">2024-11-13T03:52:28Z</dcterms:modified>
  <cp:category/>
</cp:coreProperties>
</file>